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77" r:id="rId3"/>
    <p:sldId id="278" r:id="rId4"/>
    <p:sldId id="276" r:id="rId5"/>
    <p:sldId id="279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3T14:53:50.558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0 853 24575,'38'65'0,"80"108"0,-20-35 0,-96-134 0,1 0 0,-1 0 0,1 0 0,0 0 0,0 0 0,0-1 0,0 1 0,7 5 0,-8-9 0,0 1 0,-1 0 0,1-1 0,0 1 0,-1-1 0,1 0 0,0 1 0,0-1 0,0 0 0,-1 0 0,1 0 0,0 0 0,0-1 0,-1 1 0,1 0 0,0-1 0,0 1 0,-1-1 0,1 0 0,0 0 0,-1 1 0,1-1 0,-1 0 0,3-2 0,43-31 0,-2-2 0,-2-2 0,45-49 0,2-2 0,663-538 0,-743 620 0,51-41 0,-1-3 0,62-69 0,-110 108-66,2 0-1,-1 0 0,1 1 1,30-16-1,-20 11-965,33-20-5794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10.743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224 183 5953 0 0,'-16'-26'-581'0'0,"14"24"575"0"0,0 0 1 0 0,0 1 0 0 0,0-1-1 0 0,-1 1 1 0 0,1 0 0 0 0,-1-1-1 0 0,1 1 1 0 0,-1 0 0 0 0,1 0-1 0 0,-1 1 1 0 0,0-1-1 0 0,0 0 1 0 0,1 1 0 0 0,-1 0-1 0 0,0-1 1 0 0,0 1 0 0 0,1 0-1 0 0,-1 1 1 0 0,0-1 0 0 0,-4 1-1 0 0,1 1 2 0 0,-1 0 0 0 0,1 1 0 0 0,0-1 0 0 0,0 1 0 0 0,0 0 0 0 0,1 1 0 0 0,-1-1 0 0 0,-8 8 0 0 0,5-3 6 0 0,0 0-1 0 0,1 0 1 0 0,0 1 0 0 0,1-1 0 0 0,0 2-1 0 0,0-1 1 0 0,1 1 0 0 0,0 0-1 0 0,1 0 1 0 0,-6 14 0 0 0,10-19 8 0 0,0-1 0 0 0,0 1 0 0 0,0 0 0 0 0,1-1 1 0 0,0 1-1 0 0,0-1 0 0 0,0 1 0 0 0,0 0 0 0 0,1-1 0 0 0,-1 1 1 0 0,1-1-1 0 0,1 1 0 0 0,-1-1 0 0 0,0 1 0 0 0,1-1 1 0 0,4 7-1 0 0,-2-4 7 0 0,0-1 1 0 0,1 0 0 0 0,0 0-1 0 0,0-1 1 0 0,0 0 0 0 0,1 1 0 0 0,0-2-1 0 0,0 1 1 0 0,10 5 0 0 0,0-1 18 0 0,0-1 0 0 0,0-1 0 0 0,1 0 1 0 0,1-2-1 0 0,-1 1 0 0 0,1-2 1 0 0,30 4-1 0 0,-25-7 10 0 0,1 0 1 0 0,-1-2-1 0 0,1-1 0 0 0,-1 0 1 0 0,0-2-1 0 0,0-1 1 0 0,0 0-1 0 0,-1-2 0 0 0,34-14 1 0 0,-42 15 14 0 0,0-1 0 0 0,-1 0 0 0 0,0-1 0 0 0,0 0 0 0 0,-1-1 0 0 0,0-1 0 0 0,-1 0 0 0 0,0 0 0 0 0,0-1 0 0 0,-1-1 0 0 0,-1 0 0 0 0,0 0 0 0 0,0 0 0 0 0,-2-1 0 0 0,12-24 0 0 0,-17 31-1 0 0,0 0 0 0 0,0 0 0 0 0,0-1 0 0 0,-1 1 0 0 0,0-1 0 0 0,0 1 0 0 0,-1-1 0 0 0,0 1 0 0 0,0-1 0 0 0,0 1 0 0 0,-1-1 0 0 0,0 0 0 0 0,0 1 0 0 0,-1 0 0 0 0,1-1 0 0 0,-1 1 0 0 0,-1 0 0 0 0,1 0 0 0 0,-1 0 0 0 0,-1 0 0 0 0,1 1 0 0 0,-1-1 0 0 0,1 1 0 0 0,-1 0 0 0 0,-1 0 0 0 0,-8-8 0 0 0,3 4-1 0 0,-1 0 0 0 0,0 1 0 0 0,0 1 0 0 0,-1 0 0 0 0,0 0 0 0 0,-1 1 0 0 0,1 0 0 0 0,-1 1 0 0 0,0 1 0 0 0,0 0 0 0 0,-26-4 0 0 0,11 5-77 0 0,0 1 0 0 0,0 1 0 0 0,-1 2 0 0 0,1 0 0 0 0,-1 2 0 0 0,1 1 0 0 0,0 2 0 0 0,1 0 0 0 0,-1 2 0 0 0,1 1 0 0 0,1 1 0 0 0,0 1 0 0 0,-26 16 0 0 0,15 0-831 0 0,36-26 630 0 0,-1 0 1 0 0,1 0-1 0 0,0 0 0 0 0,-1 1 0 0 0,1-1 1 0 0,0 0-1 0 0,0 1 0 0 0,0-1 0 0 0,0 1 1 0 0,0 0-1 0 0,0-1 0 0 0,0 1 1 0 0,1 0-1 0 0,-1-1 0 0 0,0 1 0 0 0,1 0 1 0 0,0 0-1 0 0,-1 0 0 0 0,1 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11.57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44 60 6277 0 0,'1'-36'128'0'0,"0"12"1223"0"0,-7 48-930 0 0,-1 31-321 0 0,2 0 1 0 0,3-1 0 0 0,5 59-1 0 0,-1 41 36 0 0,-14-23-560 0 0,-1-47-3226 0 0,7-57 865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12.399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130 114 6681 0 0,'-3'-1'-94'0'0,"-4"-1"214"0"0,0 0-1 0 0,0 0 0 0 0,1 0 1 0 0,-1-1-1 0 0,1 0 0 0 0,0-1 1 0 0,-9-6-1 0 0,15 10-109 0 0,-1-1 0 0 0,1 0 0 0 0,0 0 0 0 0,0 1 0 0 0,0-1 1 0 0,0 0-1 0 0,0 0 0 0 0,0 1 0 0 0,0-1 0 0 0,1 0 0 0 0,-1 1 0 0 0,0-1 0 0 0,0 0 0 0 0,0 0 0 0 0,1 1 0 0 0,-1-1 0 0 0,0 0 1 0 0,1 1-1 0 0,-1-1 0 0 0,1 0 0 0 0,-1 1 0 0 0,1-1 0 0 0,-1 1 0 0 0,1-1 0 0 0,-1 1 0 0 0,1-1 0 0 0,-1 1 0 0 0,1-1 1 0 0,0 1-1 0 0,-1 0 0 0 0,2-1 0 0 0,20-15 98 0 0,6 3-2 0 0,45-13 0 0 0,-65 24-99 0 0,0 0 0 0 0,1 0 1 0 0,-1 1-1 0 0,0 0 1 0 0,1 0-1 0 0,-1 1 0 0 0,1 0 1 0 0,0 0-1 0 0,-1 1 1 0 0,14 3-1 0 0,-20-3-6 0 0,0-1 0 0 0,-1 1 1 0 0,1 0-1 0 0,0 0 0 0 0,0 0 0 0 0,-1 0 0 0 0,1 0 1 0 0,-1 0-1 0 0,1 1 0 0 0,-1-1 0 0 0,1 0 0 0 0,-1 1 0 0 0,0-1 1 0 0,1 1-1 0 0,-1 0 0 0 0,0-1 0 0 0,0 1 0 0 0,0 0 1 0 0,-1 0-1 0 0,1 0 0 0 0,0-1 0 0 0,-1 1 0 0 0,1 0 1 0 0,-1 0-1 0 0,1 0 0 0 0,-1 0 0 0 0,0 0 0 0 0,0 0 0 0 0,0 0 1 0 0,0 0-1 0 0,0 0 0 0 0,-1 0 0 0 0,1 0 0 0 0,0 0 1 0 0,-1 0-1 0 0,0 0 0 0 0,1-1 0 0 0,-1 1 0 0 0,-1 3 0 0 0,-4 10 6 0 0,-1-1 0 0 0,0 0-1 0 0,-15 23 1 0 0,20-35-6 0 0,-29 41 15 0 0,-62 66 0 0 0,64-78-9 0 0,0 2 0 0 0,2 1 0 0 0,-38 64 0 0 0,63-96-2 0 0,1 0 1 0 0,-1 0 0 0 0,1 1-1 0 0,0-1 1 0 0,0 1-1 0 0,0-1 1 0 0,0 1 0 0 0,1-1-1 0 0,-1 1 1 0 0,1 0-1 0 0,-1-1 1 0 0,1 1 0 0 0,0-1-1 0 0,0 1 1 0 0,0 0 0 0 0,0-1-1 0 0,1 1 1 0 0,-1 0-1 0 0,2 3 1 0 0,0-3 1 0 0,-1-1 0 0 0,1 0 0 0 0,1 0 0 0 0,-1 0 0 0 0,0 0 0 0 0,0 0 0 0 0,1 0 0 0 0,-1-1 0 0 0,1 1 0 0 0,0-1 0 0 0,-1 0 0 0 0,1 1 0 0 0,0-1 0 0 0,0-1 0 0 0,0 1 0 0 0,0 0 0 0 0,-1-1 0 0 0,5 1 0 0 0,49 6 36 0 0,0-1-1 0 0,1-4 1 0 0,76-6-1 0 0,-31 1-65 0 0,13 1-181 0 0,165 1-3994 0 0,-233 4 1663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13.445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564 146 6301 0 0,'-9'-3'50'0'0,"0"0"1"0"0,1-1 0 0 0,0 0-1 0 0,0 0 1 0 0,0-1 0 0 0,1 0-1 0 0,-1-1 1 0 0,1 0 0 0 0,1 0-1 0 0,-1 0 1 0 0,-9-12 0 0 0,16 17-42 0 0,1 0 1 0 0,-1 0 0 0 0,0-1-1 0 0,0 1 1 0 0,0 0 0 0 0,1 0-1 0 0,-1 0 1 0 0,1 0 0 0 0,-1 0-1 0 0,1 0 1 0 0,-1 0 0 0 0,1 0-1 0 0,-1 0 1 0 0,1 0 0 0 0,0 0-1 0 0,0 0 1 0 0,-1 0 0 0 0,1 0-1 0 0,0 0 1 0 0,0 1 0 0 0,0-1-1 0 0,0 0 1 0 0,2 0 0 0 0,10-7 19 0 0,0 1-1 0 0,1 0 1 0 0,0 2 0 0 0,0-1 0 0 0,22-4 0 0 0,-27 8-24 0 0,-1 0 1 0 0,1 0-1 0 0,0 1 1 0 0,0 0-1 0 0,-1 1 1 0 0,1 0 0 0 0,0 0-1 0 0,0 1 1 0 0,0 0-1 0 0,12 4 1 0 0,-19-4-6 0 0,0-1 0 0 0,0 1 0 0 0,-1 0 0 0 0,1 0 0 0 0,0 0 0 0 0,-1 0 1 0 0,1 0-1 0 0,-1 0 0 0 0,1 1 0 0 0,-1-1 0 0 0,0 0 0 0 0,1 1 0 0 0,-1-1 0 0 0,0 1 1 0 0,0 0-1 0 0,0-1 0 0 0,0 1 0 0 0,0 0 0 0 0,-1-1 0 0 0,1 1 0 0 0,0 0 0 0 0,-1 0 0 0 0,1 0 1 0 0,-1 0-1 0 0,0-1 0 0 0,0 1 0 0 0,0 0 0 0 0,0 0 0 0 0,0 0 0 0 0,0 0 0 0 0,0 0 1 0 0,0 0-1 0 0,-1 0 0 0 0,1-1 0 0 0,-1 1 0 0 0,-1 3 0 0 0,-3 10 2 0 0,-1-1-1 0 0,0 1 0 0 0,-16 23 1 0 0,3-3 2 0 0,15-26-1 0 0,0 0 0 0 0,1 0 0 0 0,0 0 0 0 0,1 0 0 0 0,0 1 0 0 0,0-1 0 0 0,1 1 0 0 0,0 11 0 0 0,2-16-1 0 0,-1-1 0 0 0,1 1 0 0 0,1 0 0 0 0,-1 0 0 0 0,1 0 0 0 0,-1-1 0 0 0,2 1 0 0 0,-1-1 0 0 0,0 0 0 0 0,1 1 0 0 0,0-1 1 0 0,-1 0-1 0 0,2-1 0 0 0,-1 1 0 0 0,0 0 0 0 0,1-1 0 0 0,5 5 0 0 0,46 29 29 0 0,-43-29-25 0 0,0 0 1 0 0,0 0-1 0 0,-1 1 0 0 0,18 18 0 0 0,-28-26 7 0 0,0 0-1 0 0,0 0 1 0 0,0 0-1 0 0,-1 0 0 0 0,1 0 1 0 0,0 0-1 0 0,-1 0 1 0 0,1 1-1 0 0,-1-1 1 0 0,1 0-1 0 0,-1 0 0 0 0,0 1 1 0 0,0-1-1 0 0,1 0 1 0 0,-1 1-1 0 0,0-1 0 0 0,0 0 1 0 0,0 1-1 0 0,0-1 1 0 0,-1 0-1 0 0,1 0 1 0 0,0 1-1 0 0,-1 1 0 0 0,0 0 20 0 0,-1 0 0 0 0,0 0 0 0 0,1 0 0 0 0,-1 0 0 0 0,0 0 0 0 0,0-1 0 0 0,-1 1 0 0 0,1-1 0 0 0,-3 3 0 0 0,-7 5 87 0 0,-1-1 0 0 0,0 0 0 0 0,-16 8 0 0 0,-36 15 260 0 0,-115 41 1 0 0,-79 8 66 0 0,173-56-342 0 0,-57 15-2178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14.351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131 185 5653 0 0,'0'-19'214'0'0,"-1"1"0"0"0,-1-1 1 0 0,0 0-1 0 0,-9-30 1 0 0,11 48-199 0 0,-1 0 0 0 0,1 1 1 0 0,-1-1-1 0 0,1 0 0 0 0,-1 0 0 0 0,1 1 1 0 0,-1-1-1 0 0,1 0 0 0 0,-1 1 1 0 0,1-1-1 0 0,-1 0 0 0 0,0 1 0 0 0,0-1 1 0 0,1 1-1 0 0,-1-1 0 0 0,0 1 1 0 0,0 0-1 0 0,1-1 0 0 0,-1 1 1 0 0,0 0-1 0 0,0-1 0 0 0,0 1 0 0 0,0 0 1 0 0,1 0-1 0 0,-1 0 0 0 0,0 0 1 0 0,0 0-1 0 0,0 0 0 0 0,0 0 1 0 0,0 0-1 0 0,0 0 0 0 0,1 0 0 0 0,-1 1 1 0 0,0-1-1 0 0,0 0 0 0 0,0 0 1 0 0,0 1-1 0 0,-1 0 0 0 0,-23 11 137 0 0,20-9-134 0 0,1 0 0 0 0,0 0 0 0 0,0 0 1 0 0,-1 1-1 0 0,2 0 0 0 0,-1 0 0 0 0,0 0 1 0 0,1 0-1 0 0,0 0 0 0 0,0 1 0 0 0,0-1 1 0 0,1 1-1 0 0,-1 0 0 0 0,1 0 0 0 0,0 0 1 0 0,0 0-1 0 0,-1 9 0 0 0,3-11-11 0 0,0 1 0 0 0,0-1 1 0 0,0 1-1 0 0,0-1 0 0 0,1 1 0 0 0,0-1 0 0 0,-1 1 1 0 0,1-1-1 0 0,1 0 0 0 0,-1 1 0 0 0,0-1 1 0 0,1 0-1 0 0,0 0 0 0 0,-1 0 0 0 0,1 0 0 0 0,0 0 1 0 0,1-1-1 0 0,-1 1 0 0 0,0-1 0 0 0,1 1 0 0 0,0-1 1 0 0,-1 0-1 0 0,1 0 0 0 0,0 0 0 0 0,0 0 1 0 0,6 2-1 0 0,13 6 3 0 0,1 0 1 0 0,0-2-1 0 0,1-1 1 0 0,0 0-1 0 0,0-2 1 0 0,0-1-1 0 0,1-1 1 0 0,-1-1 0 0 0,1-1-1 0 0,0-1 1 0 0,-1-1-1 0 0,1-2 1 0 0,-1 0-1 0 0,1-1 1 0 0,-1-2-1 0 0,-1-1 1 0 0,1 0-1 0 0,-1-2 1 0 0,28-14-1 0 0,-36 15-6 0 0,-1-2 0 0 0,0 0 0 0 0,0 0-1 0 0,-1-1 1 0 0,22-24 0 0 0,-29 29 72 0 0,-1-1 1 0 0,0 1 0 0 0,0-1 0 0 0,-1 0-1 0 0,0 0 1 0 0,0 0 0 0 0,-1-1-1 0 0,0 1 1 0 0,0-1 0 0 0,-1 0 0 0 0,1 0-1 0 0,-2 0 1 0 0,1 0 0 0 0,-1-11 0 0 0,-1 18-63 0 0,-1 0 1 0 0,1 0-1 0 0,-1 1 1 0 0,1-1-1 0 0,-1 0 1 0 0,0 0-1 0 0,1 0 1 0 0,-1 0-1 0 0,0 0 1 0 0,0 1-1 0 0,0-1 1 0 0,0 0-1 0 0,0 1 1 0 0,0-1-1 0 0,0 1 1 0 0,0-1-1 0 0,0 1 1 0 0,0-1-1 0 0,0 1 1 0 0,0 0 0 0 0,0-1-1 0 0,0 1 1 0 0,0 0-1 0 0,0 0 1 0 0,0 0-1 0 0,-1 0 1 0 0,1 0-1 0 0,0 0 1 0 0,0 0-1 0 0,0 0 1 0 0,0 0-1 0 0,0 1 1 0 0,0-1-1 0 0,0 0 1 0 0,0 1-1 0 0,0-1 1 0 0,0 1-1 0 0,-2 0 1 0 0,-9 7 15 0 0,0 0 0 0 0,0 1 0 0 0,0 0 0 0 0,2 1 0 0 0,-1 0 0 0 0,1 1 0 0 0,1 0 0 0 0,0 0 0 0 0,0 1 0 0 0,1 0 1 0 0,0 1-1 0 0,2-1 0 0 0,-1 2 0 0 0,1-1 0 0 0,-4 17 0 0 0,1 0 10 0 0,1-1 0 0 0,1 1 0 0 0,2 1 1 0 0,1-1-1 0 0,2 1 0 0 0,1 46 0 0 0,-2 107-250 0 0,-12-61-5352 0 0,12-98 2291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15.27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371 30 6797 0 0,'0'-1'-53'0'0,"1"1"0"0"0,-1-1 1 0 0,1 0-1 0 0,-1 0 0 0 0,1 0 1 0 0,-1 0-1 0 0,0 0 0 0 0,0 1 1 0 0,0-1-1 0 0,1 0 0 0 0,-1 0 1 0 0,0 0-1 0 0,0 0 0 0 0,0 0 1 0 0,0 0-1 0 0,0 0 0 0 0,-1 0 1 0 0,1 0-1 0 0,0-1 0 0 0,-4 0 57 0 0,0 1-1 0 0,0-1 1 0 0,1 1-1 0 0,-1 0 0 0 0,0 0 1 0 0,0 0-1 0 0,0 0 1 0 0,0 1-1 0 0,0 0 1 0 0,-1-1-1 0 0,1 1 0 0 0,0 1 1 0 0,0-1-1 0 0,0 1 1 0 0,0-1-1 0 0,0 1 1 0 0,0 1-1 0 0,0-1 1 0 0,-4 2-1 0 0,-5 1 8 0 0,2-1-2 0 0,-1 0 1 0 0,1 1 0 0 0,0 0 0 0 0,0 1 0 0 0,0 0 0 0 0,1 1 0 0 0,0 0 0 0 0,-17 13-1 0 0,24-16-6 0 0,0-1 0 0 0,1 0 0 0 0,0 1 0 0 0,-1-1-1 0 0,1 1 1 0 0,0 0 0 0 0,0 0 0 0 0,0 0 0 0 0,1 0-1 0 0,-1 0 1 0 0,1 0 0 0 0,-1 0 0 0 0,1 1 0 0 0,0-1-1 0 0,1 0 1 0 0,-1 1 0 0 0,0-1 0 0 0,1 1 0 0 0,0-1-1 0 0,0 1 1 0 0,0-1 0 0 0,0 1 0 0 0,0-1 0 0 0,1 0-1 0 0,0 1 1 0 0,-1-1 0 0 0,1 1 0 0 0,0-1 0 0 0,1 0-1 0 0,-1 0 1 0 0,1 0 0 0 0,-1 1 0 0 0,4 3 0 0 0,13 16 19 0 0,0 0 0 0 0,1-2 1 0 0,1 0-1 0 0,42 34 1 0 0,-43-40-20 0 0,0 0 1 0 0,-1 2 0 0 0,-1 0-1 0 0,0 1 1 0 0,-2 1-1 0 0,0 0 1 0 0,19 33-1 0 0,-33-48 25 0 0,1-1-1 0 0,-1 0 0 0 0,0 0 1 0 0,0 1-1 0 0,0-1 0 0 0,-1 1 1 0 0,1-1-1 0 0,-1 0 0 0 0,0 1 1 0 0,0-1-1 0 0,0 1 0 0 0,0-1 1 0 0,0 1-1 0 0,-1-1 1 0 0,0 1-1 0 0,1-1 0 0 0,-1 0 1 0 0,-2 4-1 0 0,0-1 22 0 0,0 0-1 0 0,-1 0 1 0 0,1-1-1 0 0,-1 0 1 0 0,0 1 0 0 0,-1-1-1 0 0,1-1 1 0 0,-11 9-1 0 0,-3 1 51 0 0,-1-2-1 0 0,-1 0 1 0 0,0-1-1 0 0,-29 11 1 0 0,40-18-97 0 0,-23 10 145 0 0,-43 11 0 0 0,66-22-221 0 0,1-1 0 0 0,-1 0 0 0 0,1-1 0 0 0,-1 0 0 0 0,0 0 0 0 0,1-1 0 0 0,-1 0 0 0 0,0-1 0 0 0,0 0 0 0 0,-14-3 0 0 0,21 3-118 0 0,0 0 0 0 0,0 0 0 0 0,0 0 0 0 0,0 0 0 0 0,0 0-1 0 0,0 0 1 0 0,0 0 0 0 0,0-1 0 0 0,0 1 0 0 0,0-1 0 0 0,1 1 0 0 0,-1-1-1 0 0,1 0 1 0 0,-1 0 0 0 0,-1-3 0 0 0,-8-14-1957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15.444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1 153 5809 0 0,'8'-6'-14'0'0,"0"0"0"0"0,1 0-1 0 0,0 0 1 0 0,0 1 0 0 0,1 1 0 0 0,-1 0 0 0 0,1 0 0 0 0,12-3 0 0 0,88-15-126 0 0,-72 16 125 0 0,222-28-738 0 0,23-4-832 0 0,-254 33 252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16.337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387 36 4576 0 0,'14'-36'260'0'0,"-47"63"-221"0"0,2 0-1 0 0,1 3 0 0 0,1 0 1 0 0,-46 62-1 0 0,41-42-3 0 0,2 0 1 0 0,-49 105-1 0 0,74-139-26 0 0,1 1-1 0 0,0 0 0 0 0,1 0 0 0 0,1 1 0 0 0,1-1 0 0 0,0 1 0 0 0,0 33 0 0 0,3-44-3 0 0,0 1 1 0 0,1-1-1 0 0,0 0 1 0 0,0 1-1 0 0,1-1 0 0 0,0 0 1 0 0,0 0-1 0 0,0 0 1 0 0,1 0-1 0 0,0 0 0 0 0,1 0 1 0 0,-1-1-1 0 0,1 0 1 0 0,1 0-1 0 0,-1 0 0 0 0,1 0 1 0 0,0-1-1 0 0,0 1 1 0 0,1-1-1 0 0,0 0 0 0 0,8 5 1 0 0,-3-4 21 0 0,-1-1 1 0 0,0 0 0 0 0,1 0-1 0 0,0-2 1 0 0,0 1-1 0 0,0-1 1 0 0,1-1 0 0 0,-1 0-1 0 0,1 0 1 0 0,-1-1-1 0 0,1-1 1 0 0,-1 0-1 0 0,1-1 1 0 0,-1 0 0 0 0,1 0-1 0 0,-1-1 1 0 0,1-1-1 0 0,-1 0 1 0 0,0 0 0 0 0,0-1-1 0 0,-1-1 1 0 0,1 0-1 0 0,-1 0 1 0 0,0-1-1 0 0,0 0 1 0 0,-1-1 0 0 0,0 0-1 0 0,0-1 1 0 0,0 0-1 0 0,-1 0 1 0 0,8-10 0 0 0,-13 14 15 0 0,1 0 1 0 0,-1-1 0 0 0,0 1 0 0 0,0-1 0 0 0,0 0 0 0 0,0 1 0 0 0,-1-1-1 0 0,0 0 1 0 0,0-1 0 0 0,0 1 0 0 0,-1 0 0 0 0,1-1 0 0 0,-1 1 0 0 0,-1 0 0 0 0,1-1-1 0 0,-1 1 1 0 0,0-1 0 0 0,0 1 0 0 0,0-1 0 0 0,-1 1 0 0 0,0-1 0 0 0,0 1-1 0 0,-1-1 1 0 0,1 1 0 0 0,-1 0 0 0 0,0 0 0 0 0,0 0 0 0 0,-1 0 0 0 0,0 0 0 0 0,-4-6-1 0 0,0 3-9 0 0,1 0 0 0 0,-1 1-1 0 0,-1 0 1 0 0,1 0-1 0 0,-1 0 1 0 0,-1 1 0 0 0,1 0-1 0 0,-1 1 1 0 0,0 0-1 0 0,0 1 1 0 0,0-1 0 0 0,-1 2-1 0 0,1-1 1 0 0,-1 1-1 0 0,-14-2 1 0 0,4 2-84 0 0,-1 2-1 0 0,1 0 1 0 0,-1 1 0 0 0,1 1-1 0 0,0 1 1 0 0,-34 7 0 0 0,40-6-440 0 0,0 1-1 0 0,0 1 1 0 0,1 0 0 0 0,0 1-1 0 0,0 0 1 0 0,-12 9 0 0 0,3 2-1968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17.335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43 299 5653 0 0,'-4'-13'-264'0'0,"1"0"0"0"0,-2 0 0 0 0,-7-15 1 0 0,0-1 1534 0 0,12 29-1258 0 0,-1 0 1 0 0,1 0-1 0 0,0 0 1 0 0,-1 0 0 0 0,1-1-1 0 0,0 1 1 0 0,0 0 0 0 0,-1 0-1 0 0,1 0 1 0 0,0 0-1 0 0,-1 0 1 0 0,1-1 0 0 0,0 1-1 0 0,0 0 1 0 0,-1 0 0 0 0,1 0-1 0 0,0-1 1 0 0,0 1-1 0 0,0 0 1 0 0,-1 0 0 0 0,1-1-1 0 0,0 1 1 0 0,0 0 0 0 0,0-1-1 0 0,0 1 1 0 0,-1 0 0 0 0,1 0-1 0 0,0-1 1 0 0,0 1-1 0 0,0 0 1 0 0,0-1 0 0 0,0 1-1 0 0,0 0 1 0 0,0-1 0 0 0,0 1-1 0 0,0 0 1 0 0,0-1-1 0 0,0 1 1 0 0,0 0 0 0 0,0-1-1 0 0,0 1 1 0 0,1 0 0 0 0,-1 0-1 0 0,0-1 1 0 0,0 1-1 0 0,0 0 1 0 0,0-1 0 0 0,0 1-1 0 0,1 0 1 0 0,-1 0 0 0 0,0-1-1 0 0,0 1 1 0 0,1 0 0 0 0,-1 0-1 0 0,0-1 1 0 0,12-14 265 0 0,11 6-231 0 0,0 0-1 0 0,1 1 0 0 0,0 2 1 0 0,29-5-1 0 0,15-4-3 0 0,145-33 40 0 0,68-19 160 0 0,-279 66-187 0 0,-8 3-129 0 0,-47 21 40 0 0,34-5 26 0 0,8-6 6 0 0,-27 29-6 0 0,1 1 0 0 0,-60 92 0 0 0,-43 108 48 0 0,121-207 7 0 0,-22 58 1 0 0,38-83-81 0 0,-1 0 0 0 0,1 1 0 0 0,1-1 0 0 0,0 0-1 0 0,0 1 1 0 0,1 0 0 0 0,0-1 0 0 0,1 1 0 0 0,1 0-1 0 0,-1-1 1 0 0,4 13 0 0 0,-4-20-279 0 0,2 0 0 0 0,-1 0 0 0 0,0 0-1 0 0,0 0 1 0 0,1 0 0 0 0,0 0 0 0 0,0-1 0 0 0,-1 1 0 0 0,2-1 0 0 0,-1 1-1 0 0,4 3 1 0 0,3 2-1328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17.521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83 670 4732 0 0,'-18'0'-13'0'0,"8"0"84"0"0,0 0 1 0 0,0 0 0 0 0,0-1 0 0 0,-11-3 0 0 0,20 4-67 0 0,1 0 0 0 0,0 0 0 0 0,0-1 1 0 0,-1 1-1 0 0,1 0 0 0 0,0 0 0 0 0,0-1 0 0 0,0 1 0 0 0,0 0 1 0 0,-1-1-1 0 0,1 1 0 0 0,0 0 0 0 0,0-1 0 0 0,0 1 0 0 0,0 0 1 0 0,0-1-1 0 0,0 1 0 0 0,0 0 0 0 0,0-1 0 0 0,0 1 1 0 0,0 0-1 0 0,0-1 0 0 0,0 1 0 0 0,0 0 0 0 0,0-1 0 0 0,0 1 1 0 0,0 0-1 0 0,1-1 0 0 0,-1 1 0 0 0,0 0 0 0 0,0-1 1 0 0,0 1-1 0 0,0 0 0 0 0,1 0 0 0 0,-1-1 0 0 0,0 1 0 0 0,0 0 1 0 0,1 0-1 0 0,-1-1 0 0 0,0 1 0 0 0,0 0 0 0 0,1 0 0 0 0,-1 0 1 0 0,1-1-1 0 0,13-13 55 0 0,38-23 24 0 0,2 2-1 0 0,87-40 1 0 0,-52 28-41 0 0,510-227-251 0 0,-185 130-2751 0 0,-332 118 2317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19.206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158 137 3444 0 0,'-41'-134'2361'0'0,"41"133"-2292"0"0,0 1-66 0 0,0 0 1 0 0,0 0-1 0 0,0 0 0 0 0,0 1 0 0 0,0-1 1 0 0,0 0-1 0 0,-1 0 0 0 0,1 0 1 0 0,0 1-1 0 0,0-1 0 0 0,0 0 1 0 0,0 0-1 0 0,0 0 0 0 0,-1 0 1 0 0,1 0-1 0 0,0 1 0 0 0,0-1 1 0 0,0 0-1 0 0,0 0 0 0 0,-1 0 0 0 0,1 0 1 0 0,0 0-1 0 0,0 0 0 0 0,0 0 1 0 0,-1 0-1 0 0,1 0 0 0 0,0 1 1 0 0,0-1-1 0 0,-1 0 0 0 0,1 0 1 0 0,0 0-1 0 0,0 0 0 0 0,0 0 1 0 0,-1 0-1 0 0,1-1 0 0 0,0 1 1 0 0,0 0-1 0 0,0 0 0 0 0,-1 0 0 0 0,1 0 1 0 0,0 0-1 0 0,0 0 0 0 0,0 0 1 0 0,-1 0-1 0 0,1 0 0 0 0,0-1 1 0 0,0 1-1 0 0,0 0 0 0 0,0 0 1 0 0,-1 0-1 0 0,1 0 0 0 0,0 0 1 0 0,0-1-1 0 0,0 1 0 0 0,0 0 0 0 0,0 0 1 0 0,0 0-1 0 0,0-1 0 0 0,-1 1 1 0 0,1 0-1 0 0,0 0 0 0 0,0 0 1 0 0,0-1-1 0 0,0 1 0 0 0,0 0 1 0 0,-10 12 46 0 0,-3 12-21 0 0,2 1 1 0 0,0 1-1 0 0,2-1 1 0 0,1 2 0 0 0,-8 41-1 0 0,6-25 0 0 0,5-22-2 0 0,0 0 0 0 0,1 0 0 0 0,1 1 0 0 0,2-1 0 0 0,0 41 1 0 0,2-56-18 0 0,0 0 0 0 0,-1-1 0 0 0,2 1 0 0 0,-1 0 1 0 0,1 0-1 0 0,0-1 0 0 0,0 1 0 0 0,0-1 1 0 0,1 0-1 0 0,0 1 0 0 0,0-1 0 0 0,0 0 0 0 0,1-1 1 0 0,0 1-1 0 0,0-1 0 0 0,0 1 0 0 0,0-1 1 0 0,1 0-1 0 0,-1-1 0 0 0,1 1 0 0 0,0-1 0 0 0,0 0 1 0 0,0 0-1 0 0,1-1 0 0 0,10 4 0 0 0,0-1 3 0 0,1-1 1 0 0,-1-1-1 0 0,1 0 0 0 0,0-1 0 0 0,1-1 0 0 0,-1-1 0 0 0,0 0 0 0 0,0-1 1 0 0,20-5-1 0 0,-6 0-661 0 0,-1-1 0 0 0,0-2 1 0 0,-1 0-1 0 0,33-17 0 0 0,-20 4-1166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19.788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339 68 4940 0 0,'-1'-17'-382'0'0,"1"14"406"0"0,-1 0-1 0 0,-1 1 0 0 0,1-1 1 0 0,0 0-1 0 0,-1 0 0 0 0,1 1 1 0 0,-1-1-1 0 0,0 1 0 0 0,0 0 1 0 0,0-1-1 0 0,0 1 0 0 0,0 0 1 0 0,0 0-1 0 0,-1 0 0 0 0,1 0 1 0 0,-1 1-1 0 0,1-1 0 0 0,-1 1 1 0 0,0-1-1 0 0,1 1 0 0 0,-1 0 1 0 0,0 0-1 0 0,-4-1 0 0 0,0 2-2 0 0,1 0 0 0 0,-1 0 0 0 0,1 0 0 0 0,-1 1 0 0 0,1 0 0 0 0,-1 0 0 0 0,1 1 0 0 0,0-1-1 0 0,0 1 1 0 0,0 1 0 0 0,-8 3 0 0 0,-7 4 21 0 0,0 1-1 0 0,0 1 1 0 0,-30 24-1 0 0,42-29-27 0 0,0 1-1 0 0,0 0 1 0 0,1 1-1 0 0,0 0 1 0 0,0 0-1 0 0,1 0 1 0 0,0 1-1 0 0,1 0 1 0 0,-7 13 0 0 0,13-21-13 0 0,-1-1 1 0 0,1 0 0 0 0,0 0 0 0 0,-1 0 0 0 0,1 1 0 0 0,0-1 0 0 0,0 0 0 0 0,0 0 0 0 0,-1 1 0 0 0,2-1 0 0 0,-1 0 0 0 0,0 0 0 0 0,0 1 0 0 0,0-1 0 0 0,0 0 0 0 0,1 0 0 0 0,-1 1 0 0 0,1-1-1 0 0,-1 0 1 0 0,1 0 0 0 0,-1 0 0 0 0,1 0 0 0 0,-1 0 0 0 0,1 0 0 0 0,0 0 0 0 0,0 0 0 0 0,0 0 0 0 0,0 0 0 0 0,0 0 0 0 0,-1 0 0 0 0,2 0 0 0 0,-1-1 0 0 0,0 1 0 0 0,0 0 0 0 0,0-1 0 0 0,0 1 0 0 0,0-1-1 0 0,0 1 1 0 0,1-1 0 0 0,-1 0 0 0 0,0 1 0 0 0,0-1 0 0 0,1 0 0 0 0,-1 0 0 0 0,2 0 0 0 0,4 1 9 0 0,1 0 0 0 0,-1 0 0 0 0,0-1 0 0 0,1 0 0 0 0,-1 0 0 0 0,11-3 0 0 0,4-3 46 0 0,-1-1 1 0 0,0-2-1 0 0,-1 0 1 0 0,0-1 0 0 0,0-1-1 0 0,-1-1 1 0 0,21-17 0 0 0,28-15 72 0 0,-67 43-89 0 0,-1 1-36 0 0,1-1 1 0 0,0 1 0 0 0,-1 0-1 0 0,1-1 1 0 0,-1 1 0 0 0,1 0-1 0 0,0 0 1 0 0,-1 0 0 0 0,1-1-1 0 0,0 1 1 0 0,-1 0 0 0 0,1 0-1 0 0,0 0 1 0 0,-1 0 0 0 0,1 0 0 0 0,0 0-1 0 0,-1 0 1 0 0,1 0 0 0 0,0 1-1 0 0,1-1 1 0 0,-1 6 4 0 0,1 0-1 0 0,1 1 1 0 0,-1-2-1 0 0,1 1 1 0 0,0 0-1 0 0,0 0 1 0 0,1-1-1 0 0,0 0 1 0 0,0 0 0 0 0,0 0-1 0 0,0 0 1 0 0,1-1-1 0 0,0 1 1 0 0,0-1-1 0 0,0 0 1 0 0,0-1 0 0 0,1 1-1 0 0,-1-1 1 0 0,1 0-1 0 0,0 0 1 0 0,0-1-1 0 0,0 0 1 0 0,0 0-1 0 0,0 0 1 0 0,7 0 0 0 0,6 1-427 0 0,-1 0 1 0 0,0-2 0 0 0,1 0-1 0 0,-1-1 1 0 0,1 0-1 0 0,-1-2 1 0 0,34-6 0 0 0,-5-4-1234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20.491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181 62 4752 0 0,'-1'-3'-30'0'0,"1"0"-1"0"0,-1 0 0 0 0,0 0 0 0 0,0 0 0 0 0,0 0 0 0 0,0 0 1 0 0,0 0-1 0 0,-4-5 0 0 0,-5-21 605 0 0,-9 49-519 0 0,14-15-47 0 0,2 1 1 0 0,-1 0-1 0 0,0 0 0 0 0,1 0 1 0 0,0 0-1 0 0,1 1 0 0 0,0-1 1 0 0,-1 1-1 0 0,-1 12 0 0 0,-3 63 37 0 0,6-58-40 0 0,-1 21 22 0 0,3 0 1 0 0,1 0-1 0 0,2-1 0 0 0,3 1 1 0 0,1-1-1 0 0,20 65 0 0 0,-23-94 96 0 0,0-3 101 0 0,-1 0 1 0 0,-1 0 0 0 0,0 1-1 0 0,-1-1 1 0 0,2 16 0 0 0,-5-27-191 0 0,0-1 1 0 0,0 1 0 0 0,1-1 0 0 0,-1 1 0 0 0,0-1 0 0 0,0 0 0 0 0,1 1-1 0 0,-1-1 1 0 0,0 0 0 0 0,0 1 0 0 0,0-1 0 0 0,0 0 0 0 0,1 0 0 0 0,-1 0-1 0 0,0 0 1 0 0,0 0 0 0 0,0 0 0 0 0,0 0 0 0 0,0 0 0 0 0,1 0-1 0 0,-1 0 1 0 0,0-1 0 0 0,0 1 0 0 0,0 0 0 0 0,0-1 0 0 0,1 1 0 0 0,-1 0-1 0 0,0-1 1 0 0,0 1 0 0 0,-1-2 0 0 0,-29-10 354 0 0,10 0-122 0 0,1 0 0 0 0,0-1 0 0 0,-22-18 0 0 0,41 30-258 0 0,0 0 0 0 0,0 1-1 0 0,0-1 1 0 0,1 0 0 0 0,-1 0-1 0 0,0 0 1 0 0,0 0 0 0 0,1 0-1 0 0,-1 0 1 0 0,1 0 0 0 0,-1 0 0 0 0,1 0-1 0 0,-1 0 1 0 0,1 0 0 0 0,-1 0-1 0 0,1-1 1 0 0,0 1 0 0 0,0 0-1 0 0,0 0 1 0 0,-1 0 0 0 0,1 0-1 0 0,0-1 1 0 0,0 1 0 0 0,1 0 0 0 0,-1-2-1 0 0,1 1-2 0 0,0 0 0 0 0,0 0 0 0 0,0 0 1 0 0,0 0-1 0 0,1 0 0 0 0,-1 0 0 0 0,0 1 0 0 0,1-1 0 0 0,0 0 0 0 0,-1 1 0 0 0,1-1 0 0 0,2-1 0 0 0,7-4-1 0 0,0 1 0 0 0,0 0 1 0 0,19-8-1 0 0,-27 13 1 0 0,26-10-15 0 0,1 1-1 0 0,1 2 1 0 0,0 1-1 0 0,0 1 1 0 0,0 2 0 0 0,0 1-1 0 0,1 1 1 0 0,0 2-1 0 0,-1 1 1 0 0,1 2-1 0 0,-1 1 1 0 0,60 15 0 0 0,-83-17-14 0 0,-1 1 0 0 0,0 0 1 0 0,0 0-1 0 0,0 0 0 0 0,0 1 1 0 0,-1 0-1 0 0,8 6 0 0 0,-12-8 17 0 0,-1-1 1 0 0,1 0-1 0 0,-1 0 0 0 0,0 1 0 0 0,0-1 1 0 0,0 0-1 0 0,0 1 0 0 0,0 0 0 0 0,0-1 1 0 0,0 1-1 0 0,0-1 0 0 0,-1 1 0 0 0,1 0 1 0 0,-1-1-1 0 0,1 1 0 0 0,-1 0 0 0 0,1 0 1 0 0,-1 0-1 0 0,0-1 0 0 0,0 1 0 0 0,0 0 1 0 0,0 0-1 0 0,0 0 0 0 0,-1-1 1 0 0,1 1-1 0 0,0 0 0 0 0,-1 0 0 0 0,1-1 1 0 0,-1 1-1 0 0,0 0 0 0 0,0-1 0 0 0,1 1 1 0 0,-1 0-1 0 0,0-1 0 0 0,0 1 0 0 0,-2 1 1 0 0,-8 9-9 0 0,1 0 0 0 0,-2-1 0 0 0,0-1 0 0 0,0 0 1 0 0,-1 0-1 0 0,0-1 0 0 0,0-1 0 0 0,-1 0 1 0 0,0-1-1 0 0,-24 9 0 0 0,0-3 134 0 0,-1-2 0 0 0,1-1 0 0 0,-43 5 0 0 0,76-14-81 0 0,0 0-1 0 0,0 0 1 0 0,-1 0 0 0 0,1-1-1 0 0,0 0 1 0 0,-1 0-1 0 0,1-1 1 0 0,0 0 0 0 0,0 1-1 0 0,-7-3 1 0 0,11 2-45 0 0,1 1 0 0 0,0 0 1 0 0,0 0-1 0 0,-1 0 0 0 0,1-1 0 0 0,0 1 0 0 0,-1 0 1 0 0,1 0-1 0 0,0-1 0 0 0,0 1 0 0 0,-1 0 0 0 0,1 0 1 0 0,0-1-1 0 0,0 1 0 0 0,0 0 0 0 0,0-1 0 0 0,-1 1 1 0 0,1 0-1 0 0,0-1 0 0 0,0 1 0 0 0,0 0 0 0 0,0-1 1 0 0,0 1-1 0 0,0 0 0 0 0,0-1 0 0 0,0 1 0 0 0,0-1 1 0 0,0 1-1 0 0,0 0 0 0 0,0-1 0 0 0,0 1 0 0 0,0 0 1 0 0,0-1-1 0 0,0 1 0 0 0,1 0 0 0 0,-1-1 0 0 0,0 1 1 0 0,0 0-1 0 0,0-1 0 0 0,1 1 0 0 0,-1 0 0 0 0,0-1 1 0 0,0 1-1 0 0,1 0 0 0 0,9-13-337 0 0,-9 12 329 0 0,11-10-773 0 0,1 0-1 0 0,1 0 1 0 0,0 1 0 0 0,22-11 0 0 0,-11 6-574 0 0,14-10-873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20.910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0 200 5136 0 0,'0'0'-392'0'0,"5"1"42"0"0,6 0 246 0 0,0-1 0 0 0,0-1 0 0 0,0 1-1 0 0,0-2 1 0 0,-1 1 0 0 0,1-2 0 0 0,0 1 0 0 0,-1-1 0 0 0,1-1 0 0 0,-1 0 0 0 0,12-7 0 0 0,-3 2 204 0 0,-1-1 0 0 0,0-1 0 0 0,-1 0 0 0 0,0-1 1 0 0,20-20-1 0 0,-33 28 15 0 0,0-1 0 0 0,0 1 1 0 0,-1-1-1 0 0,1 0 0 0 0,4-10 1 0 0,-7 13-83 0 0,0 1 1 0 0,-1 0-1 0 0,1-1 1 0 0,0 1-1 0 0,-1-1 1 0 0,0 1-1 0 0,1 0 1 0 0,-1-1 0 0 0,0 1-1 0 0,1-1 1 0 0,-1 1-1 0 0,0-1 1 0 0,0 1-1 0 0,0-1 1 0 0,-1 1-1 0 0,1-1 1 0 0,0 1-1 0 0,0-1 1 0 0,-1 1 0 0 0,1 0-1 0 0,-1-1 1 0 0,1 1-1 0 0,-1-1 1 0 0,0 1-1 0 0,0 0 1 0 0,1 0-1 0 0,-1-1 1 0 0,-1 0-1 0 0,-2 1-3 0 0,1 0-1 0 0,-1 0 1 0 0,0 0-1 0 0,1 1 1 0 0,-1-1-1 0 0,1 1 1 0 0,-1 0-1 0 0,0 0 1 0 0,1 0-1 0 0,-1 1 1 0 0,0-1-1 0 0,1 1 1 0 0,-1 0-1 0 0,1 0 1 0 0,-1 0-1 0 0,-6 3 1 0 0,-3 2 18 0 0,-1 0-1 0 0,1 1 1 0 0,0 0 0 0 0,1 1-1 0 0,0 1 1 0 0,0 0 0 0 0,-14 14-1 0 0,21-18-31 0 0,0 0-1 0 0,1 1 1 0 0,-1-1-1 0 0,1 1 1 0 0,0 0-1 0 0,1 0 1 0 0,0 0 0 0 0,-3 7-1 0 0,5-10-4 0 0,0 0 1 0 0,0 0-1 0 0,0 1 1 0 0,1-1-1 0 0,-1 0 0 0 0,1 0 1 0 0,0 0-1 0 0,0 0 0 0 0,0 1 1 0 0,1-1-1 0 0,-1 0 1 0 0,1 0-1 0 0,-1 0 0 0 0,1 0 1 0 0,0 0-1 0 0,0 0 1 0 0,0 0-1 0 0,2 3 0 0 0,1-1 2 0 0,0 0-1 0 0,0 0 0 0 0,1-1 0 0 0,-1 1 0 0 0,1-1 1 0 0,0 0-1 0 0,0 0 0 0 0,0-1 0 0 0,1 0 1 0 0,-1 0-1 0 0,1 0 0 0 0,0 0 0 0 0,0-1 1 0 0,0 0-1 0 0,6 1 0 0 0,17 5 3 0 0,53 6 0 0 0,-75-13-23 0 0,14 0-487 0 0,0 0 0 0 0,0-1 0 0 0,0-1-1 0 0,0-2 1 0 0,0 0 0 0 0,0-1 0 0 0,38-12 0 0 0,-10 0-555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21.211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59 55 4248 0 0,'-19'-54'1179'0'0,"2"73"-1079"0"0,14-14-87 0 0,0 0 1 0 0,0 1-1 0 0,1-1 0 0 0,0 1 0 0 0,0-1 0 0 0,0 1 1 0 0,1 0-1 0 0,0 0 0 0 0,-1 10 0 0 0,1 57 76 0 0,1-46-60 0 0,3 40 54 0 0,13 70 0 0 0,-9-93-33 0 0,-2 0-1 0 0,-2-1 1 0 0,-1 2 0 0 0,-10 86 0 0 0,5-110-166 0 0,-4 21-127 0 0,-2-17-2662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21.743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289 44 4336 0 0,'-2'-3'30'0'0,"0"0"-1"0"0,0 0 0 0 0,0 0 0 0 0,0 0 0 0 0,-1 1 0 0 0,1-1 0 0 0,-1 1 0 0 0,1-1 0 0 0,-1 1 1 0 0,0 0-1 0 0,0 0 0 0 0,0 0 0 0 0,0 1 0 0 0,-1-1 0 0 0,1 1 0 0 0,0-1 0 0 0,-1 1 0 0 0,1 0 1 0 0,-1 1-1 0 0,1-1 0 0 0,-1 0 0 0 0,1 1 0 0 0,-1 0 0 0 0,1 0 0 0 0,-5 0 0 0 0,3 0-11 0 0,0 0 0 0 0,1 0 0 0 0,-1 1 0 0 0,1-1 0 0 0,-1 1 0 0 0,1 0 0 0 0,-1 0 0 0 0,1 1 0 0 0,-1-1 0 0 0,1 1 0 0 0,0 0 0 0 0,0 0 0 0 0,0 0 0 0 0,0 1 0 0 0,0 0 0 0 0,0-1 0 0 0,1 1 0 0 0,-1 0 0 0 0,-4 7 0 0 0,7-9-11 0 0,0 1-1 0 0,1 0 1 0 0,-1 0 0 0 0,1 0-1 0 0,0 0 1 0 0,-1 1 0 0 0,1-1-1 0 0,0 0 1 0 0,0 0-1 0 0,0 0 1 0 0,1 0 0 0 0,-1 0-1 0 0,0 0 1 0 0,1 0 0 0 0,-1 0-1 0 0,1 0 1 0 0,0 0-1 0 0,0 0 1 0 0,0-1 0 0 0,0 1-1 0 0,0 0 1 0 0,0 0 0 0 0,0-1-1 0 0,0 1 1 0 0,1-1-1 0 0,-1 1 1 0 0,1-1 0 0 0,-1 1-1 0 0,1-1 1 0 0,-1 0 0 0 0,1 0-1 0 0,2 2 1 0 0,10 7 16 0 0,1 1 1 0 0,25 12-1 0 0,-31-18-2 0 0,25 14 4 0 0,5 2 9 0 0,61 44 1 0 0,-99-64-28 0 0,0-1 0 0 0,0 1 0 0 0,-1-1 0 0 0,1 1 0 0 0,0 0 0 0 0,-1-1 0 0 0,1 1 0 0 0,0 0 0 0 0,-1-1 0 0 0,1 1 0 0 0,-1 0 0 0 0,1 0 0 0 0,-1-1 0 0 0,1 1 0 0 0,-1 0 0 0 0,0 0-1 0 0,1 0 1 0 0,-1 0 0 0 0,0 0 0 0 0,0 0 0 0 0,0 0 0 0 0,0-1 0 0 0,0 1 0 0 0,0 0 0 0 0,0 0 0 0 0,0 0 0 0 0,0 0 0 0 0,0 0 0 0 0,-1 2 0 0 0,0-1 10 0 0,0 0-1 0 0,0 0 1 0 0,-1-1-1 0 0,1 1 1 0 0,-1 0 0 0 0,1 0-1 0 0,-1-1 1 0 0,0 1 0 0 0,0-1-1 0 0,0 1 1 0 0,-3 1 0 0 0,-10 5 73 0 0,-1-1 0 0 0,-26 10 0 0 0,35-15-74 0 0,-123 39 277 0 0,111-36-409 0 0,-1-1-1 0 0,1 0 1 0 0,-1-2 0 0 0,1 0-1 0 0,-22-2 1 0 0,37 0-129 0 0,-9-4-2019 0 0,-1-6 482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5:13:22.18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89 188 5124 0 0,'-16'4'124'0'0,"1"-2"-1"0"0,-1 0 1 0 0,-25 0 602 0 0,49-5-616 0 0,31-9-47 0 0,1 1 0 0 0,0 2 0 0 0,1 2 0 0 0,47-2 0 0 0,-32 3-22 0 0,2111-115 515 0 0,-1910 120-486 0 0,354-10 438 0 0,-538 4-1996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38.9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1509 5761 0 0,'0'0'-292'0'0,"-4"-34"197"0"0,29-17 437 0 0,55-77 0 0 0,-29 48-231 0 0,6-7-66 0 0,4 2 1 0 0,4 3 0 0 0,78-76 0 0 0,-18 36-29 0 0,142-107 0 0 0,251-121-9 0 0,-505 342-6 0 0,92-60 64 0 0,-71 43 263 0 0,-33 24-111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39.5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122 25 4676 0 0,'0'0'-171'0'0,"-36"-11"-105"0"0,-19 0 1346 0 0,53 10-619 0 0,-17 0-115 0 0,10 0 122 0 0,13 1 25 0 0,56 3-428 0 0,35 0 34 0 0,105 18 0 0 0,-199-21-93 0 0,1 0 1 0 0,0 0-1 0 0,0 1 0 0 0,0-1 1 0 0,0 1-1 0 0,0-1 1 0 0,0 1-1 0 0,0-1 0 0 0,-1 1 1 0 0,1 0-1 0 0,0 0 0 0 0,0 0 1 0 0,-1 0-1 0 0,1 0 1 0 0,-1 0-1 0 0,1 0 0 0 0,-1 1 1 0 0,1-1-1 0 0,-1 1 0 0 0,0-1 1 0 0,0 1-1 0 0,2 3 1 0 0,-2-4 3 0 0,-1 1 0 0 0,0 0 0 0 0,0 0 0 0 0,0 0 0 0 0,-1 0 0 0 0,1 0 0 0 0,0 0 0 0 0,-1 0 1 0 0,1-1-1 0 0,-1 1 0 0 0,0 0 0 0 0,1 0 0 0 0,-1 0 0 0 0,0-1 0 0 0,0 1 0 0 0,0-1 0 0 0,0 1 1 0 0,-3 2-1 0 0,-7 9 19 0 0,-1-1 0 0 0,0 0 0 0 0,-26 18 0 0 0,35-28-18 0 0,-103 76-1186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40.6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39 117 4852 0 0,'3'-50'576'0'0,"-3"48"-379"0"0,1-5-74 0 0,-5 8 208 0 0,-1 4-325 0 0,1 1 0 0 0,0 0-1 0 0,1 0 1 0 0,-1 0 0 0 0,1 1 0 0 0,0-1-1 0 0,0 1 1 0 0,1 0 0 0 0,0 0 0 0 0,0 0-1 0 0,1 0 1 0 0,0 0 0 0 0,0 0 0 0 0,0 9-1 0 0,1-11 0 0 0,1-1 0 0 0,-1 1 0 0 0,1-1 0 0 0,0 1 0 0 0,0-1 0 0 0,0 1-1 0 0,0-1 1 0 0,1 0 0 0 0,0 1 0 0 0,0-1 0 0 0,0 0 0 0 0,0 0 0 0 0,1-1 0 0 0,0 1-1 0 0,-1 0 1 0 0,1-1 0 0 0,1 1 0 0 0,-1-1 0 0 0,0 0 0 0 0,1 0 0 0 0,0-1 0 0 0,-1 1-1 0 0,1-1 1 0 0,6 3 0 0 0,5 2 8 0 0,1-1 0 0 0,0 0-1 0 0,0-2 1 0 0,1 0 0 0 0,-1-1-1 0 0,1 0 1 0 0,0-1-1 0 0,0-1 1 0 0,0-1 0 0 0,0-1-1 0 0,32-4 1 0 0,-40 4 4 0 0,-1-1 1 0 0,0 0-1 0 0,1 0 0 0 0,-1-1 1 0 0,0 0-1 0 0,0 0 0 0 0,0-1 1 0 0,0 0-1 0 0,-1-1 0 0 0,0 1 1 0 0,0-1-1 0 0,0-1 0 0 0,0 1 1 0 0,-1-1-1 0 0,0 0 0 0 0,0-1 0 0 0,-1 0 1 0 0,1 1-1 0 0,-1-2 0 0 0,-1 1 1 0 0,0 0-1 0 0,0-1 0 0 0,0 0 1 0 0,3-12-1 0 0,-3 2 198 0 0,-7 14-39 0 0,-8 19-110 0 0,10-13-64 0 0,1 0-1 0 0,-1 0 1 0 0,1 0 0 0 0,0 0 0 0 0,0 0 0 0 0,0 0 0 0 0,0 0 0 0 0,0 0 0 0 0,1 0 0 0 0,-1 0-1 0 0,1 0 1 0 0,-1-1 0 0 0,1 1 0 0 0,-1 0 0 0 0,1 0 0 0 0,0 0 0 0 0,0-1 0 0 0,0 1-1 0 0,0 0 1 0 0,2 2 0 0 0,24 26-11 0 0,-27-30 9 0 0,14 13 3 0 0,1-2-1 0 0,0 0 0 0 0,1 0 0 0 0,0-2 1 0 0,0 0-1 0 0,1-1 0 0 0,0 0 0 0 0,1-2 0 0 0,0 0 1 0 0,0 0-1 0 0,29 3 0 0 0,-32-6 4 0 0,1-1-1 0 0,0 0 0 0 0,0-2 0 0 0,0 0 1 0 0,0 0-1 0 0,-1-1 0 0 0,1-1 1 0 0,0-1-1 0 0,0 0 0 0 0,-1-1 1 0 0,0-1-1 0 0,0 0 0 0 0,0-1 1 0 0,14-9-1 0 0,-20 9 18 0 0,-1 0 1 0 0,0-1-1 0 0,-1-1 0 0 0,0 1 1 0 0,0-1-1 0 0,0 0 1 0 0,-1-1-1 0 0,0 0 0 0 0,-1 0 1 0 0,0 0-1 0 0,0 0 0 0 0,-1-1 1 0 0,-1 0-1 0 0,1 0 0 0 0,-1 0 1 0 0,-1 0-1 0 0,0 0 1 0 0,0-1-1 0 0,-1 1 0 0 0,-1-1 1 0 0,0 1-1 0 0,0 0 0 0 0,-1-1 1 0 0,-3-16-1 0 0,3 25-9 0 0,1-1 0 0 0,-1 1 1 0 0,0 0-1 0 0,-1-1 0 0 0,1 1 0 0 0,0 0 1 0 0,-1 0-1 0 0,1 0 0 0 0,-1 0 0 0 0,0 0 0 0 0,1 1 1 0 0,-1-1-1 0 0,0 0 0 0 0,0 1 0 0 0,0-1 0 0 0,0 1 1 0 0,0 0-1 0 0,-1-1 0 0 0,1 1 0 0 0,0 0 0 0 0,-1 1 1 0 0,1-1-1 0 0,-1 0 0 0 0,1 1 0 0 0,0-1 0 0 0,-1 1 1 0 0,-2-1-1 0 0,-2 1-140 0 0,1 0 1 0 0,-1 0 0 0 0,1 0-1 0 0,0 1 1 0 0,-1-1 0 0 0,1 2-1 0 0,0-1 1 0 0,0 1-1 0 0,-10 3 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41.3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17 135 5629 0 0,'-2'-109'-639'0'0,"0"84"942"0"0,-3 36-185 0 0,-2 41-67 0 0,36 303 105 0 0,-6-145-66 0 0,-15-84 2273 0 0,-16-141-2101 0 0,7 14-251 0 0,0 0 0 0 0,0 0 0 0 0,0 0-1 0 0,0 0 1 0 0,0-1 0 0 0,0 1 0 0 0,0 0-1 0 0,1 0 1 0 0,-1-1 0 0 0,1 1 0 0 0,-1 0 0 0 0,1-1-1 0 0,-1-2 1 0 0,1-4 16 0 0,0-1 0 0 0,0 1-1 0 0,1 0 1 0 0,1-1 0 0 0,-1 1 0 0 0,1 0-1 0 0,1 0 1 0 0,0 0 0 0 0,0 0 0 0 0,0 0-1 0 0,1 0 1 0 0,0 1 0 0 0,1 0 0 0 0,-1 0-1 0 0,1 0 1 0 0,1 1 0 0 0,-1-1 0 0 0,1 1-1 0 0,12-10 1 0 0,-8 8-23 0 0,0 0 0 0 0,1 0 1 0 0,0 1-1 0 0,0 0 0 0 0,0 1 0 0 0,1 0 0 0 0,0 1 1 0 0,0 0-1 0 0,1 1 0 0 0,-1 0 0 0 0,1 1 0 0 0,15-1 0 0 0,-21 3-4 0 0,0 1-1 0 0,0 1 0 0 0,0 0 0 0 0,0 0 1 0 0,0 0-1 0 0,0 0 0 0 0,0 1 0 0 0,0 1 0 0 0,0-1 1 0 0,-1 1-1 0 0,0 0 0 0 0,1 0 0 0 0,-1 1 1 0 0,0 0-1 0 0,0 0 0 0 0,-1 0 0 0 0,1 1 0 0 0,-1 0 1 0 0,6 6-1 0 0,-3-1-6 0 0,0 1 1 0 0,-1-1 0 0 0,0 1-1 0 0,0 0 1 0 0,-1 1-1 0 0,-1 0 1 0 0,0 0-1 0 0,-1 0 1 0 0,5 20-1 0 0,-9-32-43 0 0,0 1 0 0 0,0-1 0 0 0,0 1 0 0 0,0-1 0 0 0,0 1 0 0 0,0-1 0 0 0,0 1 0 0 0,0-1 0 0 0,0 1-1 0 0,0-1 1 0 0,0 1 0 0 0,0-1 0 0 0,1 1 0 0 0,-1-1 0 0 0,0 1 0 0 0,0-1 0 0 0,0 1 0 0 0,1-1-1 0 0,-1 1 1 0 0,0-1 0 0 0,1 0 0 0 0,-1 1 0 0 0,0-1 0 0 0,1 1 0 0 0,-1-1 0 0 0,1 0 0 0 0,-1 1-1 0 0,0-1 1 0 0,1 0 0 0 0,-1 0 0 0 0,1 1 0 0 0,-1-1 0 0 0,1 0 0 0 0,-1 0 0 0 0,1 0 0 0 0,0 1 0 0 0,11-17-3055 0 0,-3 4 926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41.9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115 186 5469 0 0,'1'1'-37'0'0,"1"0"0"0"0,0 1 0 0 0,0-1 1 0 0,0 0-1 0 0,0 0 0 0 0,0 0 1 0 0,0-1-1 0 0,0 1 0 0 0,0 0 0 0 0,0-1 1 0 0,0 0-1 0 0,0 1 0 0 0,0-1 1 0 0,0 0-1 0 0,0 0 0 0 0,0 0 1 0 0,1 0-1 0 0,-1 0 0 0 0,0-1 0 0 0,0 1 1 0 0,0-1-1 0 0,0 1 0 0 0,0-1 1 0 0,0 0-1 0 0,0 0 0 0 0,0 1 0 0 0,0-1 1 0 0,-1-1-1 0 0,3 0 0 0 0,7-5 25 0 0,0 0 1 0 0,0 0-1 0 0,16-15 0 0 0,-22 17 44 0 0,0 0-1 0 0,0-1 1 0 0,-1 0 0 0 0,0 0 0 0 0,1 0 0 0 0,-2 0 0 0 0,7-13 0 0 0,-9 16 9 0 0,1-1 1 0 0,-1 1 0 0 0,0 0 0 0 0,0-1 0 0 0,0 0 0 0 0,-1 1 0 0 0,1-1 0 0 0,-1 0 0 0 0,0 1 0 0 0,0-1 0 0 0,0 0 0 0 0,0 1 0 0 0,-1-1 0 0 0,0 0 0 0 0,1 1 0 0 0,-3-5 0 0 0,2 7-31 0 0,0-1 0 0 0,0 1 0 0 0,0-1 0 0 0,0 1 0 0 0,-1 0 0 0 0,1-1 0 0 0,0 1 0 0 0,-1 0 0 0 0,1 0 0 0 0,-1 0 0 0 0,0 0 0 0 0,1 1 1 0 0,-1-1-1 0 0,0 0 0 0 0,1 1 0 0 0,-1-1 0 0 0,0 1 0 0 0,0-1 0 0 0,1 1 0 0 0,-1 0 0 0 0,0 0 0 0 0,0 0 0 0 0,0 0 0 0 0,1 0 0 0 0,-5 0 0 0 0,-48 10 69 0 0,47-8-64 0 0,-6 2-2 0 0,0 0-1 0 0,0 1 1 0 0,1 1-1 0 0,-1-1 1 0 0,1 2 0 0 0,1 0-1 0 0,-1 0 1 0 0,-13 13-1 0 0,21-17-1 0 0,0 0-1 0 0,0 1 0 0 0,0-1 1 0 0,1 1-1 0 0,-1 0 0 0 0,1 1 1 0 0,0-1-1 0 0,0 0 0 0 0,0 1 1 0 0,1 0-1 0 0,-1 0 0 0 0,1 0 1 0 0,0 0-1 0 0,1 0 0 0 0,-1 0 1 0 0,1 0-1 0 0,0 0 0 0 0,0 0 1 0 0,1 1-1 0 0,-1-1 0 0 0,1 0 1 0 0,1 1-1 0 0,0 9 0 0 0,1-11 4 0 0,0 0 1 0 0,-1 0-1 0 0,1 0 0 0 0,0-1 0 0 0,1 1 0 0 0,-1 0 0 0 0,1-1 1 0 0,0 0-1 0 0,0 1 0 0 0,0-1 0 0 0,0 0 0 0 0,0-1 0 0 0,1 1 1 0 0,-1 0-1 0 0,1-1 0 0 0,0 0 0 0 0,0 0 0 0 0,-1 0 1 0 0,9 2-1 0 0,8 3 45 0 0,1-1 0 0 0,36 7 1 0 0,-40-10-31 0 0,-3 0-31 0 0,-1-1 0 0 0,1-1-1 0 0,0 0 1 0 0,-1-1 0 0 0,1-1 0 0 0,23-3 0 0 0,-22 1-805 0 0,0-1 1 0 0,0-1 0 0 0,16-6 0 0 0,-9 1-690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42.3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65 162 4312 0 0,'0'0'-246'0'0,"4"-3"-562"0"0,27-21 748 0 0,40-31 148 0 0,-65 50 45 0 0,-1-1-1 0 0,1 1 1 0 0,-1-1-1 0 0,0 0 1 0 0,0-1-1 0 0,-1 1 1 0 0,0-1 0 0 0,5-10-1 0 0,-8 17-110 0 0,-1-1-1 0 0,0 1 1 0 0,0 0-1 0 0,0-1 0 0 0,0 1 1 0 0,1-1-1 0 0,-1 1 1 0 0,0 0-1 0 0,0-1 1 0 0,0 1-1 0 0,0-1 1 0 0,0 1-1 0 0,0 0 1 0 0,0-1-1 0 0,0 1 1 0 0,0-1-1 0 0,0 1 1 0 0,0 0-1 0 0,0-1 1 0 0,-1 1-1 0 0,1-1 1 0 0,0 1-1 0 0,0 0 1 0 0,0-1-1 0 0,0 1 1 0 0,-1 0-1 0 0,1-1 0 0 0,0 1 1 0 0,0 0-1 0 0,-1-1 1 0 0,1 1-1 0 0,0 0 1 0 0,-1 0-1 0 0,1-1 1 0 0,-1 1-1 0 0,-16-2 277 0 0,-15 10-240 0 0,31-8-33 0 0,-12 6 17 0 0,-1 0 0 0 0,1 1 0 0 0,0 0 0 0 0,0 1 0 0 0,1 1 0 0 0,0 0 0 0 0,1 0-1 0 0,-13 15 1 0 0,20-21-24 0 0,0 1 0 0 0,0 0-1 0 0,1 0 1 0 0,0 1 0 0 0,0-1 0 0 0,0 1-1 0 0,0-1 1 0 0,1 1 0 0 0,0 0-1 0 0,0 0 1 0 0,0 0 0 0 0,0 0 0 0 0,1 1-1 0 0,0-1 1 0 0,0 0 0 0 0,0 1 0 0 0,1-1-1 0 0,0 0 1 0 0,0 1 0 0 0,0-1-1 0 0,1 1 1 0 0,-1-1 0 0 0,1 0 0 0 0,3 8-1 0 0,0-6 7 0 0,0 0 1 0 0,0-1-1 0 0,1 0 0 0 0,0 0 0 0 0,0 0 1 0 0,0 0-1 0 0,1-1 0 0 0,0 0 0 0 0,0 0 0 0 0,0 0 1 0 0,1-1-1 0 0,0 0 0 0 0,-1 0 0 0 0,1-1 1 0 0,1 0-1 0 0,8 3 0 0 0,-1-1-42 0 0,0 0 0 0 0,0-1 0 0 0,0-1-1 0 0,0 0 1 0 0,0-1 0 0 0,1-1 0 0 0,21-1 0 0 0,-32 0-316 0 0,-1-1 0 0 0,1-1 0 0 0,0 1 0 0 0,0-1 0 0 0,0 0 0 0 0,-1 0 0 0 0,1 0 0 0 0,-1 0 0 0 0,7-6 0 0 0,4-4-1190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42.6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42 62 4932 0 0,'5'-55'1210'0'0,"-4"53"-991"0"0,-1 2-205 0 0,0 0 0 0 0,0 0 0 0 0,0 0 0 0 0,0 0 0 0 0,0 0 0 0 0,0 0 0 0 0,0 0 0 0 0,1 0 0 0 0,-1 0 0 0 0,0 0 0 0 0,0-1 0 0 0,0 1 0 0 0,0 0 0 0 0,0 0 0 0 0,0 0 0 0 0,0 0 0 0 0,0 0 0 0 0,0 0 0 0 0,0 0 0 0 0,0-1 0 0 0,0 1 0 0 0,0 0 0 0 0,0 0 0 0 0,0 0 0 0 0,0 0 0 0 0,0 0 0 0 0,0 0 0 0 0,0-1 0 0 0,0 1 0 0 0,0 0 0 0 0,0 0 0 0 0,0 0 0 0 0,0 0 0 0 0,0 0 0 0 0,0 0 0 0 0,0 0-1 0 0,0-1 1 0 0,0 1 0 0 0,0 0 0 0 0,0 0 0 0 0,0 0 0 0 0,0 0 0 0 0,-1 0 0 0 0,1 0 0 0 0,0 0 0 0 0,0 0 0 0 0,0 0 0 0 0,0-1 0 0 0,0 1 0 0 0,0 0 0 0 0,0 0 0 0 0,0 0 0 0 0,-1 0 0 0 0,1 0 0 0 0,0 0 0 0 0,0 0 0 0 0,0 0 0 0 0,0 0 0 0 0,0 0 0 0 0,-1 0 0 0 0,-12 50 139 0 0,2 1-1 0 0,2 1 1 0 0,-4 91 0 0 0,20 160 82 0 0,-4-252-552 0 0,4 103 974 0 0,-12-54-5335 0 0,2-90 2812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46.6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 1917 4828 0 0,'0'0'-261'0'0,"-1"1"32"0"0,0-1 228 0 0,0 0 0 0 0,1 1 0 0 0,-1-1 0 0 0,0 0 1 0 0,1 1-1 0 0,-1-1 0 0 0,0 0 0 0 0,1 0 0 0 0,-1 0 0 0 0,0 0 0 0 0,1 0 0 0 0,-1 0 1 0 0,0 0-1 0 0,0 0 0 0 0,1 0 0 0 0,-1 0 0 0 0,0 0 0 0 0,1 0 0 0 0,-2-1 0 0 0,1-1 17 0 0,0 0 0 0 0,0-1 0 0 0,0 1 0 0 0,0-1 0 0 0,0 1 0 0 0,1-1 0 0 0,0 1 0 0 0,-1-1 0 0 0,1 1-1 0 0,0-1 1 0 0,0 1 0 0 0,0-1 0 0 0,0 1 0 0 0,1-1 0 0 0,-1 1 0 0 0,1-1 0 0 0,0 1 0 0 0,-1-1 0 0 0,1 1-1 0 0,0 0 1 0 0,2-3 0 0 0,31-67 169 0 0,-20 46-97 0 0,72-121 135 0 0,2-3-109 0 0,27-146 533 0 0,-33 73-185 0 0,-52 156-434 0 0,4 2 1 0 0,2 1-1 0 0,67-88 1 0 0,156-159-29 0 0,-139 193-13 0 0,-10 11-13 0 0,-75 71-6 0 0,-34 35 21 0 0,0-1 8 0 0,0 1 1 0 0,0-1-1 0 0,0 1 0 0 0,0-1 0 0 0,0 1 0 0 0,0 0 0 0 0,0-1 1 0 0,1 1-1 0 0,-1 0 0 0 0,0 0 0 0 0,1 0 0 0 0,-1 0 0 0 0,2-1 1 0 0,6-5-14 0 0,-8 6 14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47.3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131 77 3996 0 0,'-3'-1'-114'0'0,"-82"-15"68"0"0,83 16 97 0 0,-25-3 73 0 0,14-1 1860 0 0,482-46-1597 0 0,-460 49-369 0 0,-2 1-15 0 0,1-1-1 0 0,-1 1 1 0 0,0 0 0 0 0,1 0-1 0 0,12 3 1 0 0,-19-3-3 0 0,1 1 0 0 0,-1-1 1 0 0,0 0-1 0 0,0 1 0 0 0,0-1 0 0 0,0 1 0 0 0,0 0 0 0 0,0-1 0 0 0,0 1 0 0 0,0 0 0 0 0,0 0 1 0 0,-1 0-1 0 0,1-1 0 0 0,0 1 0 0 0,0 0 0 0 0,-1 0 0 0 0,1 0 0 0 0,-1 0 0 0 0,1 0 0 0 0,-1 0 1 0 0,1 0-1 0 0,-1 1 0 0 0,1-1 0 0 0,-1 0 0 0 0,0 0 0 0 0,0 0 0 0 0,1 0 0 0 0,-1 0 0 0 0,0 1 1 0 0,0-1-1 0 0,0 0 0 0 0,-1 0 0 0 0,1 0 0 0 0,0 0 0 0 0,0 1 0 0 0,0-1 0 0 0,-1 0 0 0 0,1 0 1 0 0,-1 0-1 0 0,1 0 0 0 0,-1 0 0 0 0,1 0 0 0 0,-1 0 0 0 0,-1 1 0 0 0,-8 18 26 0 0,-2 0 0 0 0,0-1-1 0 0,-1 0 1 0 0,-1-1 0 0 0,-1-1-1 0 0,-20 19 1 0 0,-26 32-1199 0 0,51-56-1003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50.0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81 82 4196 0 0,'0'0'-94'0'0,"-21"-38"580"0"0,-7-4 869 0 0,28 40-1135 0 0,-2 4-254 0 0,0-1 33 0 0,1 0 1 0 0,-1 0-1 0 0,1 1 0 0 0,0-1 0 0 0,-1 1 1 0 0,1-1-1 0 0,0 1 0 0 0,0 0 0 0 0,0-1 1 0 0,0 1-1 0 0,0 0 0 0 0,0 0 0 0 0,1 0 1 0 0,-1 0-1 0 0,1 0 0 0 0,-1 0 0 0 0,1 0 1 0 0,0 0-1 0 0,-1 0 0 0 0,1 0 0 0 0,1 2 1 0 0,-6 46-26 0 0,1 19 10 0 0,2-47 22 0 0,1 0 1 0 0,1 0-1 0 0,4 33 1 0 0,8 56 12 0 0,-8-62-2 0 0,16 70-1 0 0,-14-86 25 0 0,-1 1 0 0 0,-2 0 0 0 0,-2 38-1 0 0,-1-22 1474 0 0,0-50-1482 0 0,0 0 1 0 0,0 0 0 0 0,0 0 0 0 0,-1 0 0 0 0,1 0 0 0 0,0 0 0 0 0,0 0 0 0 0,0 0 0 0 0,0 0 0 0 0,-1 0 0 0 0,1 0 0 0 0,0 0 0 0 0,0 0 0 0 0,-9-9 315 0 0,-6-26-283 0 0,13 3 52 0 0,2-1 0 0 0,1 0-1 0 0,9-62 1 0 0,-6 76-115 0 0,0 1 0 0 0,1 0 0 0 0,1 0 1 0 0,0 1-1 0 0,1 0 0 0 0,2 0 0 0 0,-1 0 0 0 0,15-19 0 0 0,-19 32-5 0 0,0 0 0 0 0,1 0 0 0 0,-1 1 0 0 0,0 0-1 0 0,1 0 1 0 0,0 0 0 0 0,6-2 0 0 0,14-1-5 0 0,-21 6 5 0 0,0-1 1 0 0,0 1 0 0 0,0 0 0 0 0,0 0-1 0 0,-1 0 1 0 0,1 0 0 0 0,0 1-1 0 0,0-1 1 0 0,7 3 0 0 0,-7-2 2 0 0,15 2-7 0 0,0 2 0 0 0,0 0 0 0 0,-1 0 0 0 0,0 2 0 0 0,0 0 0 0 0,-1 2 0 0 0,0-1 0 0 0,0 2 0 0 0,-1 0 0 0 0,0 1 0 0 0,-1 1 0 0 0,25 24 0 0 0,-39-35 5 0 0,0 0 0 0 0,0 1 0 0 0,0-1 0 0 0,0 0 0 0 0,0 1 0 0 0,0-1 0 0 0,0 1 0 0 0,0-1 1 0 0,0 1-1 0 0,-1 0 0 0 0,1-1 0 0 0,-1 1 0 0 0,1 0 0 0 0,-1-1 0 0 0,0 1 0 0 0,1 0 0 0 0,-1-1 0 0 0,0 1 0 0 0,0 0 0 0 0,0 0 0 0 0,0-1 1 0 0,-1 4-1 0 0,0-2 0 0 0,-1 0 1 0 0,1 0 0 0 0,-1-1-1 0 0,1 1 1 0 0,-1 0 0 0 0,0-1-1 0 0,0 0 1 0 0,0 1-1 0 0,0-1 1 0 0,0 0 0 0 0,-5 4-1 0 0,-7 3 0 0 0,1-1-1 0 0,-1 0 1 0 0,-28 11-1 0 0,39-17 2 0 0,-50 17 22 0 0,-1-3 1 0 0,-1-2-1 0 0,-56 8 1 0 0,105-21-100 0 0,-22 4 331 0 0,15-6-1244 0 0,28-13-401 0 0,0 2 0 0 0,32-21-1 0 0,-22 18-811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50.7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187 77 5272 0 0,'1'-1'-24'0'0,"1"-1"0"0"0,-1 0-1 0 0,0-1 1 0 0,0 1-1 0 0,-1 0 1 0 0,1 0-1 0 0,0 0 1 0 0,-1 0-1 0 0,1-1 1 0 0,-1 1-1 0 0,0 0 1 0 0,0-1-1 0 0,0 1 1 0 0,0 0-1 0 0,0 0 1 0 0,0-1-1 0 0,-1 1 1 0 0,1 0 0 0 0,-1 0-1 0 0,0-1 1 0 0,1 1-1 0 0,-1 0 1 0 0,0 0-1 0 0,0 0 1 0 0,0 0-1 0 0,-2-2 1 0 0,2 3 82 0 0,-22-14 269 0 0,17 15-316 0 0,0 1 0 0 0,0 0-1 0 0,0 0 1 0 0,0 1 0 0 0,0 0 0 0 0,0 0-1 0 0,0 0 1 0 0,1 0 0 0 0,-1 1 0 0 0,1 0-1 0 0,-1 0 1 0 0,1 1 0 0 0,0 0 0 0 0,1 0 0 0 0,-1 0-1 0 0,1 0 1 0 0,-6 7 0 0 0,2-2 1 0 0,1 1 1 0 0,0-1-1 0 0,1 2 0 0 0,0-1 1 0 0,0 1-1 0 0,1-1 1 0 0,0 2-1 0 0,-3 12 0 0 0,8-22-8 0 0,0 0 1 0 0,-1 0-1 0 0,1 0 0 0 0,0 0 0 0 0,0 0 0 0 0,0 1 0 0 0,1-1 0 0 0,-1 0 0 0 0,1 0 0 0 0,-1 0 0 0 0,1 0 0 0 0,-1 0 0 0 0,1 0 0 0 0,0 0 0 0 0,0 0 0 0 0,0 0 0 0 0,0-1 0 0 0,0 1 0 0 0,1 0 0 0 0,-1-1 0 0 0,1 1 0 0 0,-1 0 0 0 0,1-1 0 0 0,-1 0 0 0 0,1 1 0 0 0,0-1 0 0 0,-1 0 0 0 0,1 0 0 0 0,0 0 0 0 0,0 0 0 0 0,4 1 0 0 0,5 3 19 0 0,1 0 0 0 0,0-2 1 0 0,21 6-1 0 0,-31-9-20 0 0,16 4 32 0 0,0-1 1 0 0,1-1-1 0 0,-1-1 0 0 0,1 0 0 0 0,-1-2 0 0 0,31-3 1 0 0,-43 3-7 0 0,0 0 0 0 0,0 0 0 0 0,0 0 0 0 0,-1-1 0 0 0,1 0 0 0 0,-1 0 0 0 0,1-1 0 0 0,-1 0 0 0 0,0 1 0 0 0,0-2 0 0 0,0 1 0 0 0,0 0 0 0 0,-1-1 0 0 0,1 0 0 0 0,-1 0 0 0 0,0-1 0 0 0,0 1 1 0 0,0-1-1 0 0,-1 0 0 0 0,0 0 0 0 0,0 0 0 0 0,0 0 0 0 0,0 0 0 0 0,2-8 0 0 0,-4 9 1 0 0,0 1-1 0 0,0-1 1 0 0,0 0 0 0 0,-1 1 0 0 0,1-1-1 0 0,-1 0 1 0 0,0 1 0 0 0,0-1 0 0 0,0 0-1 0 0,-1 0 1 0 0,1 1 0 0 0,-1-1 0 0 0,0 0-1 0 0,0 1 1 0 0,0-1 0 0 0,-1 1-1 0 0,1-1 1 0 0,-1 1 0 0 0,-2-5 0 0 0,0 4-4 0 0,1 0 1 0 0,-1 0-1 0 0,0 0 0 0 0,0 0 1 0 0,-1 0-1 0 0,1 1 1 0 0,-1 0-1 0 0,0 0 0 0 0,0 0 1 0 0,0 1-1 0 0,-10-4 1 0 0,4 2-15 0 0,0 1 1 0 0,0 0 0 0 0,-1 1-1 0 0,1 0 1 0 0,-1 1 0 0 0,0 0-1 0 0,1 1 1 0 0,-1 0 0 0 0,0 1 0 0 0,1 0-1 0 0,-22 5 1 0 0,16 6-125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52.2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297 83 4344 0 0,'0'-2'-2'0'0,"1"0"-1"0"0,0-1 1 0 0,-1 1-1 0 0,1 0 1 0 0,-1-1-1 0 0,0 1 1 0 0,0-1-1 0 0,0 1 0 0 0,0 0 1 0 0,0-1-1 0 0,0 1 1 0 0,-1-1-1 0 0,1 1 1 0 0,-1 0-1 0 0,0-1 0 0 0,1 1 1 0 0,-1 0-1 0 0,0 0 1 0 0,-1 0-1 0 0,1-1 1 0 0,0 1-1 0 0,0 0 1 0 0,-1 0-1 0 0,0 1 0 0 0,1-1 1 0 0,-1 0-1 0 0,0 1 1 0 0,0-1-1 0 0,1 0 1 0 0,-1 1-1 0 0,-1 0 1 0 0,1 0-1 0 0,0-1 0 0 0,0 1 1 0 0,0 1-1 0 0,-4-2 1 0 0,-2-1 32 0 0,0 1 1 0 0,0 1-1 0 0,0-1 1 0 0,0 1-1 0 0,0 1 1 0 0,0-1 0 0 0,-1 2-1 0 0,1-1 1 0 0,-15 3-1 0 0,14-1-24 0 0,-1 0 0 0 0,1 1 0 0 0,1 0-1 0 0,-1 1 1 0 0,0-1 0 0 0,1 1 0 0 0,0 1 0 0 0,0 0 0 0 0,0 0 0 0 0,0 1-1 0 0,1-1 1 0 0,0 2 0 0 0,0-1 0 0 0,1 1 0 0 0,0 0 0 0 0,0 0 0 0 0,0 1-1 0 0,1 0 1 0 0,0 0 0 0 0,1 0 0 0 0,-5 11 0 0 0,9-17-6 0 0,0 0 1 0 0,0-1-1 0 0,0 1 1 0 0,0 0-1 0 0,0 0 1 0 0,0-1-1 0 0,1 1 0 0 0,-1 0 1 0 0,1-1-1 0 0,-1 1 1 0 0,1 0-1 0 0,0-1 1 0 0,-1 1-1 0 0,1-1 1 0 0,0 1-1 0 0,0-1 1 0 0,0 1-1 0 0,0-1 1 0 0,1 0-1 0 0,-1 1 0 0 0,0-1 1 0 0,0 0-1 0 0,1 0 1 0 0,-1 0-1 0 0,1 0 1 0 0,-1 0-1 0 0,1 0 1 0 0,-1-1-1 0 0,1 1 1 0 0,2 1-1 0 0,48 15 26 0 0,-36-15-23 0 0,0 0-1 0 0,-1-1 0 0 0,1 0 0 0 0,0-1 0 0 0,0-1 1 0 0,0-1-1 0 0,0 0 0 0 0,24-7 0 0 0,-34 7 37 0 0,1 0 1 0 0,-1 0-1 0 0,0-1 0 0 0,1 0 0 0 0,-1 0 0 0 0,0 0 0 0 0,-1-1 0 0 0,1 0 0 0 0,0 0 0 0 0,-1 0 0 0 0,0-1 1 0 0,0 0-1 0 0,-1 0 0 0 0,1 0 0 0 0,-1 0 0 0 0,0-1 0 0 0,0 0 0 0 0,-1 0 0 0 0,0 0 0 0 0,0 0 0 0 0,4-11 1 0 0,-2-33 575 0 0,-4 49-562 0 0,-1-15 109 0 0,-4 25-158 0 0,-1 1 0 0 0,1-1 0 0 0,1 1 0 0 0,-1 0 0 0 0,2 0-1 0 0,-1 0 1 0 0,2 0 0 0 0,-1 0 0 0 0,1 1 0 0 0,1-1 0 0 0,0 15 0 0 0,2-8 6 0 0,1 0 1 0 0,0 0 0 0 0,1 0 0 0 0,1-1 0 0 0,1 0 0 0 0,9 21-1 0 0,7 4 11 0 0,1-1 0 0 0,2-2 0 0 0,2 0 0 0 0,40 43 0 0 0,-50-62-7 0 0,0 1 0 0 0,-1 1 0 0 0,-1 0 0 0 0,-1 0 0 0 0,-1 2 0 0 0,12 27 0 0 0,-24-46-12 0 0,-1-1 0 0 0,1 1-1 0 0,-1 0 1 0 0,0-1 0 0 0,0 1 0 0 0,0 0 0 0 0,-1-1-1 0 0,1 1 1 0 0,-1 0 0 0 0,0-1 0 0 0,0 1 0 0 0,0-1 0 0 0,0 1-1 0 0,0-1 1 0 0,-1 0 0 0 0,0 0 0 0 0,0 1 0 0 0,0-1-1 0 0,0 0 1 0 0,0-1 0 0 0,0 1 0 0 0,-1 0 0 0 0,-3 2 0 0 0,-5 6 11 0 0,-1 0 0 0 0,0-1 0 0 0,-1-1 0 0 0,-14 9 0 0 0,1-3 64 0 0,-2 0 0 0 0,0-2 0 0 0,-1-1 0 0 0,0-2 1 0 0,0 0-1 0 0,-1-2 0 0 0,0-1 0 0 0,-1-2 0 0 0,-58 3 1 0 0,86-8-56 0 0,0 1 0 0 0,0-1 0 0 0,0 0 0 0 0,1-1 0 0 0,-1 1 0 0 0,0 0 0 0 0,0-1 1 0 0,0 0-1 0 0,0 0 0 0 0,0 0 0 0 0,1 0 0 0 0,-1 0 0 0 0,0 0 0 0 0,1-1 0 0 0,-1 1 1 0 0,1-1-1 0 0,0 0 0 0 0,-1 1 0 0 0,1-1 0 0 0,-2-3 0 0 0,2 2-5 0 0,1 1-1 0 0,-1-1 1 0 0,1 0-1 0 0,0 0 1 0 0,0 0 0 0 0,1 0-1 0 0,-1 0 1 0 0,0 0-1 0 0,1 0 1 0 0,0 0-1 0 0,0 0 1 0 0,0 0 0 0 0,0 0-1 0 0,0 0 1 0 0,2-6-1 0 0,2-9 22 0 0,2 0-1 0 0,0 0 1 0 0,1 1-1 0 0,17-30 1 0 0,-19 38-29 0 0,11-21 20 0 0,2 2 0 0 0,1 0-1 0 0,42-46 1 0 0,78-63 19 0 0,0-1 6 0 0,-123 121-39 0 0,-2-1 0 0 0,0-1 0 0 0,0 0-1 0 0,-2-1 1 0 0,-1 0 0 0 0,0-1 0 0 0,10-29 0 0 0,-20 44-10 0 0,1 0-1 0 0,-1 0 1 0 0,0-1 0 0 0,0 1 0 0 0,0 0 0 0 0,-1-1 0 0 0,-1-11-1 0 0,1 6-5 0 0,0 11 8 0 0,0 0-2 0 0,2-4-2 0 0,-2 3-5 0 0,1 19-57 0 0,0-1 27 0 0,1 0-1 0 0,0 0 1 0 0,2 0-1 0 0,9 31 1 0 0,-9-38 36 0 0,-1 0 0 0 0,1 0 0 0 0,1-1 0 0 0,0 0 0 0 0,0 1 0 0 0,0-1 0 0 0,1-1 0 0 0,0 1 0 0 0,1-1 0 0 0,0 0 0 0 0,0-1 0 0 0,0 0 0 0 0,1 0 0 0 0,11 6 0 0 0,-13-8-35 0 0,0-1 0 0 0,1 0 0 0 0,0 0 0 0 0,0-1-1 0 0,0 1 1 0 0,0-2 0 0 0,0 1 0 0 0,0-1 0 0 0,1 0 0 0 0,-1 0-1 0 0,0-1 1 0 0,12-1 0 0 0,-11 0-337 0 0,-1-1 0 0 0,1 0 0 0 0,0 0-1 0 0,-1-1 1 0 0,1 0 0 0 0,-1 0 0 0 0,0-1 0 0 0,0 0 0 0 0,0 0-1 0 0,0 0 1 0 0,7-7 0 0 0,14-16-1745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52.4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111 95 5509 0 0,'-6'-6'127'0'0,"0"-1"1"0"0,-1 1-1 0 0,0 0 1 0 0,0 0-1 0 0,-13-8 1 0 0,12 10 58 0 0,1-1 0 0 0,0-1 0 0 0,1 1 0 0 0,-1-1 1 0 0,-8-10-1 0 0,14 15-149 0 0,-5-6-78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53.0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22 202 4768 0 0,'0'0'-165'0'0,"-5"6"-3"0"0,5-3 254 0 0,5-5 394 0 0,3-3-463 0 0,0 0-1 0 0,-1-1 0 0 0,0 0 1 0 0,0 0-1 0 0,-1-1 1 0 0,1 0-1 0 0,-1 0 1 0 0,-1 0-1 0 0,9-14 1 0 0,-5 5 207 0 0,-1 0 1 0 0,0-1-1 0 0,-1 0 1 0 0,6-23 0 0 0,-13 39-205 0 0,1 1 0 0 0,-1-1 1 0 0,0 0-1 0 0,1 0 1 0 0,-1 0-1 0 0,0 1 1 0 0,0-1-1 0 0,1 0 0 0 0,-1 0 1 0 0,0 0-1 0 0,0 0 1 0 0,0 0-1 0 0,0 1 0 0 0,0-1 1 0 0,0 0-1 0 0,-1 0 1 0 0,1 0-1 0 0,0 0 1 0 0,0 0-1 0 0,0 1 0 0 0,-1-1 1 0 0,1 0-1 0 0,-1 0 1 0 0,1 1-1 0 0,0-1 1 0 0,-1 0-1 0 0,1 0 0 0 0,-1 1 1 0 0,0-2-1 0 0,-1 2-7 0 0,1 0-1 0 0,0 0 1 0 0,0-1-1 0 0,-1 1 0 0 0,1 0 1 0 0,0 0-1 0 0,-1 0 1 0 0,1 1-1 0 0,0-1 1 0 0,-1 0-1 0 0,1 0 1 0 0,0 1-1 0 0,-1-1 0 0 0,1 1 1 0 0,0-1-1 0 0,-2 2 1 0 0,-44 27 78 0 0,41-23-77 0 0,0 0 0 0 0,0 0 0 0 0,1 0-1 0 0,-1 1 1 0 0,1 0 0 0 0,1 0 0 0 0,-1 0 0 0 0,1 0 0 0 0,1 1 0 0 0,-1 0 0 0 0,1-1-1 0 0,1 1 1 0 0,-1 0 0 0 0,1 1 0 0 0,1-1 0 0 0,0 0 0 0 0,0 1 0 0 0,0-1-1 0 0,2 13 1 0 0,0-18-5 0 0,0 0-1 0 0,0 0 1 0 0,0-1-1 0 0,1 1 1 0 0,-1 0 0 0 0,1 0-1 0 0,0-1 1 0 0,0 1-1 0 0,0-1 1 0 0,0 1-1 0 0,0-1 1 0 0,1 0-1 0 0,-1 0 1 0 0,1 0-1 0 0,-1 0 1 0 0,1 0-1 0 0,0-1 1 0 0,0 1-1 0 0,0-1 1 0 0,3 2 0 0 0,8 2 21 0 0,1 0 0 0 0,27 5 0 0 0,-32-8-20 0 0,45 8-27 0 0,0-2 0 0 0,1-2 0 0 0,-1-3 0 0 0,1-2 0 0 0,60-8 0 0 0,48-19-3438 0 0,-115 12 1107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57.8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417 61 5521 0 0,'0'0'-273'0'0,"-1"-21"-343"0"0,-3 14 618 0 0,2 4 6 0 0,-3-4 5 0 0,3 5-13 0 0,0 0 0 0 0,-1 0 0 0 0,1 0 0 0 0,0 1-1 0 0,0-1 1 0 0,-1 0 0 0 0,1 1 0 0 0,-1-1 0 0 0,0 1 0 0 0,1 0 0 0 0,-1 0-1 0 0,0 0 1 0 0,0 0 0 0 0,1 1 0 0 0,-1-1 0 0 0,0 1 0 0 0,0 0 0 0 0,0 0 0 0 0,0-1-1 0 0,0 2 1 0 0,0-1 0 0 0,-3 1 0 0 0,3-1 4 0 0,-22 2-2 0 0,0 1 0 0 0,0 0-1 0 0,0 2 1 0 0,1 1 0 0 0,0 1-1 0 0,0 2 1 0 0,0 0 0 0 0,2 1-1 0 0,-42 25 1 0 0,23-5 8 0 0,39-29-11 0 0,1 0 0 0 0,0 0 0 0 0,0 0 1 0 0,0 0-1 0 0,0 1 0 0 0,0-1 0 0 0,0 0 1 0 0,1 0-1 0 0,-1 1 0 0 0,0-1 0 0 0,0 0 1 0 0,1 1-1 0 0,-1-1 0 0 0,1 1 0 0 0,0-1 1 0 0,-1 1-1 0 0,1-1 0 0 0,0 1 0 0 0,0-1 1 0 0,0 1-1 0 0,0-1 0 0 0,0 1 0 0 0,0-1 1 0 0,1 4-1 0 0,2-3 2 0 0,0 1 0 0 0,0-1 0 0 0,1 0 0 0 0,-1 0 0 0 0,1 0 1 0 0,0 0-1 0 0,-1 0 0 0 0,1-1 0 0 0,0 0 0 0 0,0 1 0 0 0,0-1 0 0 0,8 0 1 0 0,-5 1-2 0 0,147 31 27 0 0,-69-16 15 0 0,149 50 0 0 0,-232-66-35 0 0,0-1 0 0 0,0 0-1 0 0,0 1 1 0 0,0-1 0 0 0,-1 1-1 0 0,1 0 1 0 0,0-1 0 0 0,0 1-1 0 0,-1 0 1 0 0,1 0 0 0 0,0 0-1 0 0,-1 0 1 0 0,1 1 0 0 0,-1-1-1 0 0,1 0 1 0 0,-1 1 0 0 0,0-1-1 0 0,0 1 1 0 0,1-1 0 0 0,-1 1-1 0 0,1 1 1 0 0,-2-2 36 0 0,-2 2-1 0 0,-4 4-10 0 0,-1-1 0 0 0,0-1 0 0 0,0 1-1 0 0,0-1 1 0 0,0-1 0 0 0,-1 1 0 0 0,0-1-1 0 0,0 0 1 0 0,0-1 0 0 0,0 0 0 0 0,-15 3-1 0 0,-19 4 113 0 0,-45 5 0 0 0,67-12-83 0 0,-34 4 313 0 0,-76-1 1 0 0,128-6-323 0 0,-21-2 41 0 0,22 2-106 0 0,1 0-1 0 0,0 0 1 0 0,-1 0-1 0 0,1 0 1 0 0,0 0-1 0 0,0 0 1 0 0,-1 0 0 0 0,1 0-1 0 0,0 0 1 0 0,-1 0-1 0 0,1 0 1 0 0,0 0 0 0 0,-1 0-1 0 0,1 0 1 0 0,0-1-1 0 0,-1 1 1 0 0,1 0-1 0 0,0 0 1 0 0,-1 0 0 0 0,1 0-1 0 0,0-1 1 0 0,0 1-1 0 0,-1 0 1 0 0,1 0 0 0 0,0 0-1 0 0,0-1 1 0 0,0 1-1 0 0,-1 0 1 0 0,1 0 0 0 0,0-1-1 0 0,0 1 1 0 0,0 0-1 0 0,0-1 1 0 0,-1 1-1 0 0,1 0 1 0 0,0-1 0 0 0,0 1-1 0 0,9-12-774 0 0,18-6-1525 0 0,-8 9 1134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58.9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28 153 3952 0 0,'-27'-105'920'0'0,"27"103"-868"0"0,3 64 69 0 0,3 0-1 0 0,2-1 0 0 0,18 66 0 0 0,73 199-22 0 0,-66-238 1681 0 0,-39-92-1665 0 0,-8-9-56 0 0,0 0 0 0 0,1 0-1 0 0,1-2 1 0 0,0 1 0 0 0,0-2 0 0 0,2 1-1 0 0,0-2 1 0 0,1 1 0 0 0,0-1 0 0 0,2 0-1 0 0,-12-37 1 0 0,13 32-41 0 0,0 0 0 0 0,2-1-1 0 0,0 1 1 0 0,2-1 0 0 0,0 0-1 0 0,2 0 1 0 0,0 0 0 0 0,2 0-1 0 0,0 0 1 0 0,6-22 0 0 0,30-106 24 0 0,-30 128-16 0 0,-8 18-28 0 0,1 1 1 0 0,0-1-1 0 0,0 1 1 0 0,1-1-1 0 0,-1 1 0 0 0,1-1 1 0 0,0 1-1 0 0,0 0 1 0 0,1 0-1 0 0,-1 0 0 0 0,1 0 1 0 0,0 1-1 0 0,0-1 0 0 0,0 1 1 0 0,1-1-1 0 0,-1 1 1 0 0,1 0-1 0 0,-1 0 0 0 0,1 1 1 0 0,0-1-1 0 0,0 1 1 0 0,0 0-1 0 0,1 0 0 0 0,-1 0 1 0 0,0 1-1 0 0,1-1 1 0 0,-1 1-1 0 0,1 0 0 0 0,7-1 1 0 0,5 0 0 0 0,0-1-1 0 0,1 2 1 0 0,-1 0 0 0 0,0 2 0 0 0,1 0-1 0 0,-1 0 1 0 0,0 2 0 0 0,1 0-1 0 0,26 9 1 0 0,-25-6-5 0 0,1 1 0 0 0,-1 1 0 0 0,0 1 0 0 0,-1 1 0 0 0,0 0 0 0 0,-1 1 0 0 0,27 23 0 0 0,-42-33 5 0 0,-1 0 0 0 0,0 0 0 0 0,1 1 0 0 0,-1-1 1 0 0,0 0-1 0 0,0 1 0 0 0,0-1 0 0 0,0 1 0 0 0,0-1 0 0 0,0 1 0 0 0,0-1 0 0 0,0 1 0 0 0,-1 0 0 0 0,1-1 0 0 0,-1 1 0 0 0,1 0 1 0 0,-1 0-1 0 0,0 0 0 0 0,1-1 0 0 0,-1 1 0 0 0,0 0 0 0 0,0 0 0 0 0,0 0 0 0 0,-1 3 0 0 0,0-2 1 0 0,-1 0-1 0 0,1 0 1 0 0,-1 0-1 0 0,0 0 1 0 0,0 0-1 0 0,0 0 1 0 0,0 0-1 0 0,0-1 1 0 0,-1 1-1 0 0,1-1 1 0 0,-1 1-1 0 0,-3 1 1 0 0,-8 6 0 0 0,-1 0 1 0 0,-1-2-1 0 0,-29 13 0 0 0,3-4 14 0 0,0-3 0 0 0,-1-2 1 0 0,-53 9-1 0 0,91-20-13 0 0,0-1 1 0 0,0 0-1 0 0,-1 0 0 0 0,1 0 1 0 0,0-1-1 0 0,0 0 1 0 0,0 0-1 0 0,0 0 1 0 0,0-1-1 0 0,-5-1 0 0 0,10 2-16 0 0,0 1-1 0 0,0 0 0 0 0,0 0 1 0 0,-1 0-1 0 0,1 0 0 0 0,0-1 1 0 0,0 1-1 0 0,-1 0 1 0 0,1 0-1 0 0,0-1 0 0 0,0 1 1 0 0,0 0-1 0 0,0 0 0 0 0,0-1 1 0 0,-1 1-1 0 0,1 0 0 0 0,0 0 1 0 0,0-1-1 0 0,0 1 0 0 0,0 0 1 0 0,0-1-1 0 0,0 1 0 0 0,0 0 1 0 0,0-1-1 0 0,0 1 0 0 0,0 0 1 0 0,0 0-1 0 0,0-1 0 0 0,0 1 1 0 0,0 0-1 0 0,0-1 0 0 0,1 1 1 0 0,-1 0-1 0 0,0 0 0 0 0,0-1 1 0 0,0 1-1 0 0,0 0 1 0 0,0 0-1 0 0,1-1 0 0 0,-1 1 1 0 0,0 0-1 0 0,0 0 0 0 0,0 0 1 0 0,1-1-1 0 0,-1 1 0 0 0,0 0 1 0 0,0 0-1 0 0,1 0 0 0 0,-1 0 1 0 0,0 0-1 0 0,1-1 0 0 0,7-6-671 0 0,0 0 0 0 0,0 0 0 0 0,0 1 0 0 0,17-10-1 0 0,2 2-1317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6:59.7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13 164 5044 0 0,'-13'-17'-1769'0'0,"13"17"1751"0"0,0-1 0 0 0,0 1 0 0 0,1-1 0 0 0,-1 1 0 0 0,0-1 0 0 0,0 1 0 0 0,0-1 0 0 0,1 1 0 0 0,-1-1 0 0 0,0 1 0 0 0,0-1 0 0 0,1 1 0 0 0,-1-1 0 0 0,0 1 0 0 0,1 0 0 0 0,-1-1 0 0 0,1 1 0 0 0,-1-1 0 0 0,1 1 0 0 0,-1 0 0 0 0,0 0 0 0 0,1-1 0 0 0,-1 1 0 0 0,1 0 0 0 0,-1 0 0 0 0,1-1 0 0 0,-1 1 0 0 0,2 0 0 0 0,0-1-39 0 0,26 5-73 0 0,14 15 125 0 0,-1 3 0 0 0,-1 1 0 0 0,67 53-1 0 0,-22-16 92 0 0,-69-48 24 0 0,-1-1 1 0 0,-1 2-1 0 0,0 0 1 0 0,0 1-1 0 0,19 26 1 0 0,-32-39-76 0 0,-1 0 0 0 0,1 0 1 0 0,-1 0-1 0 0,1 1 1 0 0,-1-1-1 0 0,0 0 1 0 0,1 0-1 0 0,-1 0 0 0 0,0 0 1 0 0,0 0-1 0 0,0 0 1 0 0,0 1-1 0 0,0-1 1 0 0,0 0-1 0 0,0 0 0 0 0,0 0 1 0 0,-1 0-1 0 0,1 1 1 0 0,0-1-1 0 0,-1 0 1 0 0,1 0-1 0 0,-1 0 0 0 0,1 0 1 0 0,-1 0-1 0 0,1 0 1 0 0,-1 0-1 0 0,0 0 1 0 0,1 0-1 0 0,-1 0 0 0 0,0-1 1 0 0,0 1-1 0 0,0 0 1 0 0,0 0-1 0 0,0-1 1 0 0,0 1-1 0 0,0 0 0 0 0,0-1 1 0 0,-2 1-1 0 0,-2 3 85 0 0,0-1 0 0 0,0-1-1 0 0,-1 1 1 0 0,0-1 0 0 0,-10 3-1 0 0,11-4-46 0 0,0 0 0 0 0,0 0-1 0 0,-1-1 1 0 0,1 1 0 0 0,0-1-1 0 0,0-1 1 0 0,-1 1 0 0 0,1-1-1 0 0,0 0 1 0 0,0 0 0 0 0,0 0-1 0 0,0-1 1 0 0,0 0 0 0 0,0 0-1 0 0,-5-3 1 0 0,7 3-47 0 0,0 0 0 0 0,0 0-1 0 0,0-1 1 0 0,1 1 0 0 0,-1-1 0 0 0,1 0 0 0 0,-1 0 0 0 0,1 0 0 0 0,0 0-1 0 0,0 0 1 0 0,1 0 0 0 0,-1 0 0 0 0,1-1 0 0 0,-1 1 0 0 0,1-1 0 0 0,0 1 0 0 0,0-1-1 0 0,1 1 1 0 0,-1-1 0 0 0,1 1 0 0 0,-1-1 0 0 0,1-4 0 0 0,1-9 8 0 0,1-1 1 0 0,0 1 0 0 0,1 0 0 0 0,1 0 0 0 0,1 1 0 0 0,0-1 0 0 0,1 1-1 0 0,0 0 1 0 0,15-24 0 0 0,9-9 53 0 0,55-69 0 0 0,-47 68-23 0 0,-35 46-253 0 0,-6 5 176 0 0,-11 11-217 0 0,6-4-443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00.0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33 1 4684 0 0,'0'0'98'0'0,"-4"3"-72"0"0,2-1-21 0 0,0-1 1 0 0,0 1 0 0 0,0 0-1 0 0,0 0 1 0 0,0 0-1 0 0,0 1 1 0 0,1-1 0 0 0,-1 0-1 0 0,1 1 1 0 0,0-1 0 0 0,0 0-1 0 0,0 1 1 0 0,0 0-1 0 0,0-1 1 0 0,-1 5 0 0 0,-1 48 100 0 0,5-12 25 0 0,2 0 0 0 0,17 72-1 0 0,-19-107-160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00.2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92 98 3988 0 0,'-25'-27'408'0'0,"8"11"-258"0"0,1 0 0 0 0,-18-23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01.0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50 3728 0 0,'8'-48'-232'0'0,"-8"47"264"0"0,1 6-19 0 0,-3 129 31 0 0,-1-46 23 0 0,4 63 2739 0 0,-4-156-2691 0 0,0 1-96 0 0,1 0 1 0 0,0 0-1 0 0,0-1 1 0 0,0 1-1 0 0,1 0 1 0 0,-1-1-1 0 0,1 1 1 0 0,0-1-1 0 0,0 0 1 0 0,1 1-1 0 0,0-1 1 0 0,-1 0-1 0 0,2 0 1 0 0,-1 1-1 0 0,0-1 1 0 0,1 0-1 0 0,0 1 1 0 0,0-1-1 0 0,0 1 1 0 0,1-1-1 0 0,2-5 1 0 0,4-9 1 0 0,0 1-1 0 0,1-1 1 0 0,1 2-1 0 0,1-1 1 0 0,1 1-1 0 0,0 1 1 0 0,1 0-1 0 0,0 1 1 0 0,2 0-1 0 0,0 1 1 0 0,0 1-1 0 0,1 0 1 0 0,35-20-1 0 0,-49 32-20 0 0,0 0-1 0 0,0 0 1 0 0,0 0-1 0 0,-1 0 0 0 0,1 0 1 0 0,0 1-1 0 0,0-1 1 0 0,0 1-1 0 0,0-1 0 0 0,0 1 1 0 0,0 0-1 0 0,1 0 1 0 0,-1 0-1 0 0,0 0 0 0 0,0 0 1 0 0,0 0-1 0 0,0 0 1 0 0,0 1-1 0 0,0-1 0 0 0,0 1 1 0 0,0 0-1 0 0,0-1 1 0 0,0 1-1 0 0,-1 0 0 0 0,1 0 1 0 0,0 0-1 0 0,0 0 1 0 0,-1 1-1 0 0,1-1 1 0 0,0 0-1 0 0,-1 1 0 0 0,0-1 1 0 0,1 1-1 0 0,-1 0 1 0 0,0-1-1 0 0,0 1 0 0 0,0 0 1 0 0,0 0-1 0 0,0-1 1 0 0,0 1-1 0 0,0 0 0 0 0,0 0 1 0 0,-1 0-1 0 0,1 0 1 0 0,-1 3-1 0 0,5 13 4 0 0,-2 0-1 0 0,0 1 1 0 0,-1-1-1 0 0,0 22 1 0 0,-1-15-3 0 0,2 95 99 0 0,-3-119-95 0 0,22-33-5526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02.0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336 92 5120 0 0,'-1'-37'-580'0'0,"-1"34"595"0"0,1 0 0 0 0,-1-1 0 0 0,0 1 0 0 0,0 0-1 0 0,-1 0 1 0 0,1 0 0 0 0,-1 0 0 0 0,1 0 0 0 0,-1 1-1 0 0,0-1 1 0 0,0 1 0 0 0,0 0 0 0 0,0 0 0 0 0,0 0-1 0 0,-1 0 1 0 0,1 0 0 0 0,-1 1 0 0 0,1-1 0 0 0,-5 0-1 0 0,1 0 4 0 0,0 1 0 0 0,1 1-1 0 0,-1-1 1 0 0,0 1 0 0 0,0 0-1 0 0,0 0 1 0 0,0 1 0 0 0,0 0-1 0 0,1 0 1 0 0,-10 3 0 0 0,8-1-2 0 0,-1-1 0 0 0,1 2 0 0 0,0-1 0 0 0,0 1 0 0 0,0 0 0 0 0,1 0 1 0 0,-1 1-1 0 0,1 0 0 0 0,0 0 0 0 0,0 1 0 0 0,1 0 0 0 0,0 0 0 0 0,0 1 1 0 0,0 0-1 0 0,1 0 0 0 0,0 0 0 0 0,-6 11 0 0 0,10-15-9 0 0,0-1 1 0 0,1 0-1 0 0,-1 0 0 0 0,0 1 0 0 0,1-1 1 0 0,0 0-1 0 0,0 1 0 0 0,0-1 0 0 0,0 1 0 0 0,0-1 1 0 0,0 0-1 0 0,0 1 0 0 0,1-1 0 0 0,-1 0 1 0 0,1 1-1 0 0,0-1 0 0 0,-1 0 0 0 0,1 0 0 0 0,0 0 1 0 0,1 1-1 0 0,-1-1 0 0 0,2 3 0 0 0,1-1 3 0 0,0 0 1 0 0,0-1-1 0 0,0 1 0 0 0,1-1 0 0 0,-1 1 0 0 0,1-1 0 0 0,-1-1 0 0 0,1 1 1 0 0,8 3-1 0 0,2-1 12 0 0,0 0 0 0 0,0-1 0 0 0,0 0 0 0 0,1-2 0 0 0,29 3 0 0 0,-40-5-16 0 0,0-1-1 0 0,0 1 1 0 0,-1-1-1 0 0,1 0 1 0 0,0 0-1 0 0,-1 0 1 0 0,1-1-1 0 0,-1 0 1 0 0,1 0-1 0 0,-1 0 0 0 0,0 0 1 0 0,0-1-1 0 0,0 1 1 0 0,0-1-1 0 0,0 0 1 0 0,-1 0-1 0 0,1-1 1 0 0,-1 1-1 0 0,0-1 1 0 0,0 1-1 0 0,0-1 1 0 0,-1 0-1 0 0,1 0 1 0 0,2-6-1 0 0,0 0 45 0 0,-1-1-1 0 0,0 0 0 0 0,-1 0 1 0 0,0 0-1 0 0,0 0 0 0 0,-1 0 1 0 0,-1-1-1 0 0,1-18 1 0 0,0 12 43 0 0,-2 16-79 0 0,0 2 1 0 0,1-8 0 0 0,-14 30 22 0 0,6 0-24 0 0,0 0 0 0 0,2 1 0 0 0,1-1 0 0 0,0 1-1 0 0,2 0 1 0 0,1 0 0 0 0,2 39 0 0 0,-1-34-8 0 0,3 20 18 0 0,2-2 0 0 0,17 76 0 0 0,-13-84-8 0 0,-2 0-1 0 0,-2 0 0 0 0,-1 1 0 0 0,-2 71 0 0 0,-4-97-6 0 0,-1-1 0 0 0,0 0 0 0 0,0 0 0 0 0,-1-1 0 0 0,-1 1 0 0 0,0-1 0 0 0,0 0 0 0 0,-1 0 0 0 0,-1 0 0 0 0,0-1 0 0 0,0 0 0 0 0,-1 0 0 0 0,0-1 0 0 0,-1 0 0 0 0,0-1 0 0 0,-18 14 0 0 0,19-16 3 0 0,0 0-1 0 0,-1 0 1 0 0,0-1 0 0 0,1-1-1 0 0,-2 0 1 0 0,1 0 0 0 0,0 0-1 0 0,-1-1 1 0 0,0-1-1 0 0,1 0 1 0 0,-1 0 0 0 0,0-1-1 0 0,0 0 1 0 0,0 0 0 0 0,0-1-1 0 0,0-1 1 0 0,0 0 0 0 0,0 0-1 0 0,0-1 1 0 0,0 0 0 0 0,-11-4-1 0 0,18 5-3 0 0,0 0-1 0 0,0 0 0 0 0,1 0 0 0 0,-1-1 1 0 0,1 1-1 0 0,-1 0 0 0 0,1-1 1 0 0,-1 0-1 0 0,1 0 0 0 0,0 0 1 0 0,0 0-1 0 0,0 0 0 0 0,0 0 0 0 0,0 0 1 0 0,0 0-1 0 0,1-1 0 0 0,-1 1 1 0 0,1-1-1 0 0,0 1 0 0 0,-1-1 1 0 0,1 0-1 0 0,0-3 0 0 0,0 2-2 0 0,1 0 1 0 0,0 0-1 0 0,0 0 0 0 0,1-1 1 0 0,-1 1-1 0 0,1 0 0 0 0,0 0 1 0 0,0 0-1 0 0,0 0 0 0 0,0 0 1 0 0,1 0-1 0 0,0 0 0 0 0,3-5 1 0 0,5-7 2 0 0,1 0 0 0 0,1 1 0 0 0,1 1 0 0 0,0-1 0 0 0,20-16 0 0 0,4 3 6 0 0,2 1 0 0 0,1 1 0 0 0,66-30 0 0 0,14-9-73 0 0,-119 64 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49.4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103 267 5769 0 0,'-19'4'-847'0'0,"46"-6"1017"0"0,-16 3-160 0 0,1 1 0 0 0,-1-2 0 0 0,0 0 0 0 0,0 0 0 0 0,1-1-1 0 0,21-5 1 0 0,-5 1 9 0 0,-18 3-7 0 0,0 0 0 0 0,-1 0 1 0 0,1-1-1 0 0,-1-1 0 0 0,0 1 1 0 0,0-2-1 0 0,0 1 0 0 0,0-1 1 0 0,-1 0-1 0 0,0-1 0 0 0,0 0 1 0 0,0 0-1 0 0,9-11 0 0 0,-14 13-2 0 0,0 1 0 0 0,0-1 0 0 0,-1 1 0 0 0,1-1 0 0 0,-1 0 0 0 0,0 0 0 0 0,0 0-1 0 0,0 0 1 0 0,-1 0 0 0 0,0-1 0 0 0,1 1 0 0 0,-2 0 0 0 0,1-1 0 0 0,0 1 0 0 0,-1-1 0 0 0,0 1 0 0 0,0 0 0 0 0,0-1-1 0 0,0 1 1 0 0,-1-1 0 0 0,0 1 0 0 0,0-1 0 0 0,0 1 0 0 0,0 0 0 0 0,-1 0 0 0 0,0 0 0 0 0,1 0 0 0 0,-2 0-1 0 0,1 0 1 0 0,0 0 0 0 0,-6-6 0 0 0,4 6-7 0 0,0-1 0 0 0,0 1 0 0 0,-1 0 1 0 0,0 0-1 0 0,0 0 0 0 0,0 1 0 0 0,0-1 0 0 0,-1 1 0 0 0,1 0 0 0 0,-1 1 0 0 0,0 0 0 0 0,0 0 0 0 0,0 0 0 0 0,0 0 0 0 0,0 1 0 0 0,0 0 1 0 0,0 0-1 0 0,0 1 0 0 0,0 0 0 0 0,-11 0 0 0 0,6 1-5 0 0,0 1-1 0 0,0-1 1 0 0,0 2 0 0 0,0-1 0 0 0,1 2 0 0 0,-1-1-1 0 0,1 2 1 0 0,0-1 0 0 0,0 1 0 0 0,-18 13 0 0 0,15-10 1 0 0,1 1 0 0 0,1 1 0 0 0,-1 0 0 0 0,1 0 1 0 0,1 1-1 0 0,0 1 0 0 0,-12 18 0 0 0,20-27 9 0 0,0 1-1 0 0,0-1 0 0 0,0 1 0 0 0,1 0 1 0 0,-1-1-1 0 0,1 1 0 0 0,0 0 1 0 0,0 0-1 0 0,1 0 0 0 0,-1 0 1 0 0,1-1-1 0 0,0 1 0 0 0,0 0 1 0 0,0 0-1 0 0,0 0 0 0 0,1 0 1 0 0,0 0-1 0 0,1 4 0 0 0,0-1 5 0 0,1 0-1 0 0,0-1 1 0 0,1 1-1 0 0,-1-1 1 0 0,1 0-1 0 0,0 0 1 0 0,1 0-1 0 0,0-1 1 0 0,6 7-1 0 0,7 4 18 0 0,1-1 0 0 0,0-1 0 0 0,1-1 0 0 0,43 22 1 0 0,-53-30-19 0 0,0 0 0 0 0,1-1 1 0 0,-1 0-1 0 0,1-1 0 0 0,0 0 1 0 0,0 0-1 0 0,1-1 0 0 0,-1-1 1 0 0,21 1-1 0 0,-23-3-332 0 0,0 0 0 0 0,0-1 1 0 0,0 0-1 0 0,0 0 0 0 0,-1-1 0 0 0,1 0 0 0 0,-1 0 0 0 0,9-6 0 0 0,6-5-1151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50.6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31 139 4212 0 0,'-6'-46'-836'0'0,"-4"-5"1707"0"0,10 49-636 0 0,-2 7-223 0 0,-1 10-8 0 0,-1 0-1 0 0,2 0 1 0 0,0 1 0 0 0,1-1 0 0 0,1 0 0 0 0,1 17 0 0 0,16 99 34 0 0,-4-44-17 0 0,-1-17 325 0 0,-11-68-206 0 0,0 4 32 0 0,0-4-69 0 0,0-6 523 0 0,-1-112-351 0 0,-2 80-210 0 0,2-1 0 0 0,7-62 0 0 0,16 19-11 0 0,-9 35-51 0 0,-12 37 4 0 0,-2 6-8 0 0,1 0 0 0 0,-1 1-1 0 0,1-1 1 0 0,-1 0 0 0 0,1 0 0 0 0,-1 1-1 0 0,1-1 1 0 0,0 0 0 0 0,0 1-1 0 0,0-1 1 0 0,0 1 0 0 0,0-1 0 0 0,0 1-1 0 0,1-1 1 0 0,-1 1 0 0 0,0 0-1 0 0,1-1 1 0 0,-1 1 0 0 0,1 0 0 0 0,-1 0-1 0 0,1 0 1 0 0,0 0 0 0 0,-1 1-1 0 0,1-1 1 0 0,0 0 0 0 0,2 0 0 0 0,-1 1-3 0 0,0 0 0 0 0,0 0-1 0 0,0 0 1 0 0,0 0 0 0 0,-1 0 0 0 0,1 1 0 0 0,0-1 0 0 0,0 1 0 0 0,-1 0 0 0 0,1 0 0 0 0,0 0 0 0 0,-1 0 0 0 0,1 0 0 0 0,-1 1 0 0 0,1-1 0 0 0,-1 1 0 0 0,1 0 0 0 0,-1-1 0 0 0,0 1 0 0 0,3 4 0 0 0,4 6-1 0 0,-1 0 0 0 0,0 1 0 0 0,0 0 0 0 0,-2 0 0 0 0,9 24 0 0 0,20 80 12 0 0,-14-41 8 0 0,-4-19 57 0 0,-16-55-18 0 0,-3-9-51 0 0,-1-15 0 0 0,1-1 0 0 0,0 0-1 0 0,2 0 1 0 0,0 0 0 0 0,2 0-1 0 0,0 0 1 0 0,2 0 0 0 0,0 0-1 0 0,2 1 1 0 0,0 0 0 0 0,17-37-1 0 0,-21 54-6 0 0,0 1-1 0 0,0 0 1 0 0,0 0 0 0 0,1 0-1 0 0,0 1 1 0 0,-1-1 0 0 0,1 1-1 0 0,0-1 1 0 0,1 1-1 0 0,-1 0 1 0 0,1 0 0 0 0,-1 0-1 0 0,1 1 1 0 0,0-1-1 0 0,0 1 1 0 0,0 0 0 0 0,0 0-1 0 0,7-2 1 0 0,-9 4-3 0 0,1 0-1 0 0,0 1 7 0 0,1-1-1 0 0,-1 1 1 0 0,1 0-1 0 0,-1 0 1 0 0,0 0-1 0 0,0 1 1 0 0,0-1-1 0 0,1 1 1 0 0,-1 0-1 0 0,-1 0 1 0 0,1 0-1 0 0,0 0 1 0 0,0 0 0 0 0,-1 0-1 0 0,1 1 1 0 0,-1-1-1 0 0,0 1 1 0 0,0 0-1 0 0,0 0 1 0 0,0 0-1 0 0,0 0 1 0 0,-1 0-1 0 0,1 0 1 0 0,-1 0-1 0 0,2 6 1 0 0,0-2-2 0 0,12 26 6 0 0,-2 1-1 0 0,-2 0 1 0 0,0 1 0 0 0,-3 0-1 0 0,7 54 1 0 0,-14-35 76 0 0,-1-52-79 0 0,-2 5-50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51.6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0 144 3544 0 0,'11'-49'-162'0'0,"6"81"179"0"0,1 71 37 0 0,5 48 56 0 0,-8-81-85 0 0,-11-56 103 0 0,-1-1 0 0 0,0 1-1 0 0,2 27 1 0 0,-19-62 2215 0 0,-4-26-2289 0 0,13 11 33 0 0,2 1-1 0 0,1-1 1 0 0,3 1 0 0 0,0-1 0 0 0,10-53-1 0 0,-4 26 1 0 0,-5 50-68 0 0,-1 0-4 0 0,0 0 0 0 0,2 0-1 0 0,-1 1 1 0 0,2-1 0 0 0,5-13 0 0 0,-8 23-15 0 0,1 1-1 0 0,0 0 0 0 0,0 0 1 0 0,0 0-1 0 0,0 0 0 0 0,0 0 1 0 0,0 0-1 0 0,1 0 0 0 0,-1 1 1 0 0,1-1-1 0 0,-1 1 0 0 0,1-1 1 0 0,-1 1-1 0 0,1 0 0 0 0,5-1 1 0 0,36 0 6 0 0,-33 2-5 0 0,0 1-1 0 0,1 1 0 0 0,-1 0 1 0 0,0 0-1 0 0,19 8 1 0 0,-24-8-3 0 0,0 0 0 0 0,-1 0 0 0 0,1 1 0 0 0,-1 0 0 0 0,1 0 0 0 0,-1 1 1 0 0,0 0-1 0 0,0-1 0 0 0,0 1 0 0 0,-1 1 0 0 0,7 7 0 0 0,-10-10 2 0 0,0 0 0 0 0,0 0 0 0 0,0 0 0 0 0,-1 0 0 0 0,1 0 0 0 0,0 0-1 0 0,-1 0 1 0 0,0 0 0 0 0,1 0 0 0 0,-1 1 0 0 0,0-1 0 0 0,0 0 0 0 0,0 0-1 0 0,0 0 1 0 0,-1 0 0 0 0,1 1 0 0 0,-1-1 0 0 0,1 0 0 0 0,-1 0 0 0 0,0 0-1 0 0,0 0 1 0 0,0 0 0 0 0,0 0 0 0 0,0 0 0 0 0,0 0 0 0 0,0-1 0 0 0,-1 1 0 0 0,1 0-1 0 0,0-1 1 0 0,-3 3 0 0 0,-5 4 1 0 0,1 0-1 0 0,-2 0 1 0 0,-18 12-1 0 0,26-19 0 0 0,-14 9 17 0 0,-1-1 0 0 0,-1-1 0 0 0,0 0 0 0 0,0-1-1 0 0,0-1 1 0 0,-1-1 0 0 0,-21 3 0 0 0,37-8 0 0 0,3 1-27 0 0,0-1 0 0 0,-1 0 0 0 0,1 0-1 0 0,-1 1 1 0 0,1-1 0 0 0,-1 0 0 0 0,1 0-1 0 0,-1 0 1 0 0,1 0 0 0 0,0 0 0 0 0,-1 0-1 0 0,1 0 1 0 0,-1 0 0 0 0,1 0 0 0 0,-1 0 0 0 0,1 0-1 0 0,-1 0 1 0 0,1 0 0 0 0,-1 0 0 0 0,1 0-1 0 0,-1 0 1 0 0,1-1 0 0 0,-1 1 0 0 0,1 0-1 0 0,0 0 1 0 0,-1-1 0 0 0,1 1 0 0 0,-1 0-1 0 0,1 0 1 0 0,0-1 0 0 0,-1 1 0 0 0,1 0-1 0 0,0-1 1 0 0,-1 1 0 0 0,1-1 0 0 0,0 1-1 0 0,0 0 1 0 0,-1-1 0 0 0,1 1 0 0 0,0-1 0 0 0,0 1-1 0 0,0-1 1 0 0,0 1 0 0 0,-1-1 0 0 0,1 1-1 0 0,0-1 1 0 0,0 1 0 0 0,0 0 0 0 0,0-1-1 0 0,0 1 1 0 0,0-1 0 0 0,0 1 0 0 0,0-1-1 0 0,1 1 1 0 0,-1-1 0 0 0,0 1 0 0 0,0-1-1 0 0,0 1 1 0 0,0-1 0 0 0,1 1 0 0 0,-1 0-1 0 0,0-1 1 0 0,0 1 0 0 0,1-1 0 0 0,-1 1 0 0 0,1-1-1 0 0,24-21-2675 0 0,-12 15 577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52.4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37 5240 0 0,'0'-1'-27'0'0,"1"0"0"0"0,-1 1 0 0 0,0-1 0 0 0,1 0 1 0 0,-1 0-1 0 0,0 0 0 0 0,0 0 0 0 0,0 0 0 0 0,0 0 0 0 0,1 0 0 0 0,-1 1 0 0 0,0-1 0 0 0,-1 0 0 0 0,1 0 0 0 0,0 0 0 0 0,0 0 0 0 0,0 0 0 0 0,0 0 0 0 0,-1 0 0 0 0,1 0 0 0 0,0 1 0 0 0,-1-1 0 0 0,1 0 0 0 0,-1 0 0 0 0,1 0 0 0 0,-1 1 0 0 0,1-1 0 0 0,-1 0 0 0 0,1 1 0 0 0,-1-1 0 0 0,0 0 0 0 0,0 1 0 0 0,1-1 0 0 0,-1 1 0 0 0,0-1 0 0 0,0 1 0 0 0,1-1 0 0 0,-1 1 0 0 0,0 0 0 0 0,0-1 0 0 0,0 1 0 0 0,0 0 0 0 0,0 0 0 0 0,-1-1 0 0 0,-1 1 33 0 0,-1 2-12 0 0,-36 22 15 0 0,29-7-22 0 0,4-4 11 0 0,6-11 5 0 0,0 0 1 0 0,-1 0 0 0 0,1 1 0 0 0,0-1-1 0 0,0 0 1 0 0,0 1 0 0 0,1-1 0 0 0,-1 1 0 0 0,1 0-1 0 0,-1-1 1 0 0,1 1 0 0 0,0-1 0 0 0,0 1-1 0 0,0 0 1 0 0,0-1 0 0 0,1 1 0 0 0,-1-1-1 0 0,1 1 1 0 0,-1-1 0 0 0,1 1 0 0 0,0-1-1 0 0,0 1 1 0 0,0-1 0 0 0,0 1 0 0 0,2 2-1 0 0,1 0 13 0 0,-1 1-1 0 0,1-1 0 0 0,0 0 1 0 0,0-1-1 0 0,0 1 0 0 0,1-1 0 0 0,-1 0 1 0 0,1 0-1 0 0,6 4 0 0 0,-3-4 10 0 0,-1 0-1 0 0,1 0 0 0 0,-1-1 1 0 0,1 0-1 0 0,0 0 1 0 0,0-1-1 0 0,1 0 0 0 0,-1 0 1 0 0,0-1-1 0 0,1 0 0 0 0,-1-1 1 0 0,13 0-1 0 0,-17 0-9 0 0,0-1 0 0 0,0 0 0 0 0,0 0 0 0 0,-1 0 0 0 0,1 0 0 0 0,0 0 0 0 0,-1-1 0 0 0,1 0 0 0 0,-1 1 0 0 0,1-1 0 0 0,-1-1 0 0 0,0 1 0 0 0,0 0 0 0 0,0-1 0 0 0,0 0 0 0 0,0 1 0 0 0,-1-1 1 0 0,1 0-1 0 0,-1-1 0 0 0,0 1 0 0 0,0 0 0 0 0,0-1 0 0 0,0 1 0 0 0,0-1 0 0 0,-1 1 0 0 0,0-1 0 0 0,2-7 0 0 0,-1 4 41 0 0,0 0-1 0 0,-1 1 1 0 0,0-1 0 0 0,0 0 0 0 0,-1 0 0 0 0,0 0 0 0 0,0 0-1 0 0,-1-9 1 0 0,0 13-39 0 0,0 1 0 0 0,0-1 0 0 0,0 0 0 0 0,0 1 0 0 0,-1-1 0 0 0,1 1-1 0 0,-1-1 1 0 0,1 1 0 0 0,-1-1 0 0 0,0 1 0 0 0,0 0 0 0 0,0 0 0 0 0,0 0 0 0 0,-1 0-1 0 0,1 0 1 0 0,0 1 0 0 0,-1-1 0 0 0,1 1 0 0 0,-1-1 0 0 0,0 1 0 0 0,1 0-1 0 0,-1 0 1 0 0,-5-1 0 0 0,-67-12 102 0 0,73 14-100 0 0,-14 0 166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53.3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209 638 3296 0 0,'0'0'-112'0'0,"-27"-15"-332"0"0,19 14 447 0 0,0 0 1 0 0,0 1 0 0 0,1 0-1 0 0,-1 0 1 0 0,0 1 0 0 0,0 0-1 0 0,1 1 1 0 0,-1 0-1 0 0,0 0 1 0 0,1 0 0 0 0,0 1-1 0 0,0 0 1 0 0,0 1 0 0 0,0-1-1 0 0,0 1 1 0 0,0 1 0 0 0,1-1-1 0 0,0 1 1 0 0,0 0 0 0 0,0 1-1 0 0,1-1 1 0 0,0 1 0 0 0,0 0-1 0 0,-4 7 1 0 0,8-11 4 0 0,0-1 1 0 0,0 0-1 0 0,1 1 0 0 0,-1-1 1 0 0,0 1-1 0 0,1-1 0 0 0,-1 1 1 0 0,1-1-1 0 0,0 1 0 0 0,0-1 1 0 0,-1 1-1 0 0,1 0 0 0 0,0-1 1 0 0,0 1-1 0 0,0-1 1 0 0,1 1-1 0 0,-1 0 0 0 0,0-1 1 0 0,1 1-1 0 0,-1-1 0 0 0,1 1 1 0 0,-1-1-1 0 0,1 1 0 0 0,1 1 1 0 0,0 0 4 0 0,0 1 1 0 0,1-1-1 0 0,0 0 1 0 0,0 0-1 0 0,0 0 0 0 0,0 0 1 0 0,1-1-1 0 0,-1 1 1 0 0,5 2-1 0 0,3 1 31 0 0,0 0 0 0 0,1-1 0 0 0,-1-1-1 0 0,1 0 1 0 0,16 4 0 0 0,-23-8-9 0 0,-1 1 0 0 0,1-1 0 0 0,0 1 0 0 0,0-2 0 0 0,0 1 0 0 0,0 0 0 0 0,-1-1 0 0 0,1 0 0 0 0,0 0 0 0 0,0 0 0 0 0,-1-1 0 0 0,1 0 0 0 0,-1 0 0 0 0,0 0 0 0 0,1 0 0 0 0,-1-1 0 0 0,0 1 0 0 0,0-1 0 0 0,0 0 0 0 0,-1 0 0 0 0,1-1 0 0 0,-1 1 0 0 0,1-1 0 0 0,-1 1 1 0 0,-1-1-1 0 0,1 0 0 0 0,0-1 0 0 0,-1 1 0 0 0,0 0 0 0 0,4-10 0 0 0,3-10 33 0 0,-1-2 1 0 0,0 1-1 0 0,-2-1 1 0 0,4-35 0 0 0,-8 45-45 0 0,44-372 278 0 0,-36 290 31 0 0,-5 32-35 0 0,-5 65-224 0 0,-3 6-54 0 0,-6 22-5 0 0,0 0-1 0 0,1 1 1 0 0,2 0-1 0 0,1 0 0 0 0,-1 35 1 0 0,3-17 13 0 0,3-1 1 0 0,8 77-1 0 0,-6-106 20 0 0,1-1 0 0 0,1 0 0 0 0,1 1 0 0 0,0-1-1 0 0,0-1 1 0 0,2 1 0 0 0,0-1 0 0 0,0 0 0 0 0,17 21 0 0 0,-19-28-193 0 0,0 0 1 0 0,1-1-1 0 0,0 0 1 0 0,0 0-1 0 0,0 0 1 0 0,1-1-1 0 0,0 0 1 0 0,0 0-1 0 0,0-1 1 0 0,1 1 0 0 0,0-2-1 0 0,-1 1 1 0 0,1-1-1 0 0,0-1 1 0 0,1 1-1 0 0,-1-1 1 0 0,0-1-1 0 0,1 1 1 0 0,11-1-1 0 0,0-1-1677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56.2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18 373 4612 0 0,'-1'0'-86'0'0,"0"0"0"0"0,0-1-1 0 0,0 1 1 0 0,0-1 0 0 0,0 1-1 0 0,0-1 1 0 0,0 1 0 0 0,0-1-1 0 0,0 1 1 0 0,0-1 0 0 0,0 0-1 0 0,0 1 1 0 0,1-1 0 0 0,-1 0-1 0 0,0 0 1 0 0,0 0 0 0 0,0-1-1 0 0,2-2 89 0 0,19-12 40 0 0,6-1-26 0 0,2 1 0 0 0,0 1-1 0 0,60-22 1 0 0,100-20 64 0 0,-120 38-70 0 0,276-67 317 0 0,-54 15-45 0 0,-239 56 34 0 0,-49 15-274 0 0,17-1 252 0 0,-16 0-400 0 0,-3 0 39 0 0,1 1 1 0 0,0-1 0 0 0,0 1-1 0 0,0-1 1 0 0,0 1 0 0 0,0-1-1 0 0,0 1 1 0 0,0 0 0 0 0,0-1-1 0 0,0 1 1 0 0,0 0 0 0 0,0 0-1 0 0,0 0 1 0 0,0 0 0 0 0,0 0 0 0 0,0 0-1 0 0,0 0 1 0 0,0 0 0 0 0,0 1-1 0 0,0-1 1 0 0,0 0 0 0 0,0 0-1 0 0,0 1 1 0 0,0-1 0 0 0,-1 1-1 0 0,3 0 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58.3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87 66 3372 0 0,'-34'-39'286'0'0,"32"38"-168"0"0,1 0 48 0 0,0 0 1 0 0,-1 0-1 0 0,1-1 1 0 0,0 1-1 0 0,0-1 1 0 0,0 1 0 0 0,0-1-1 0 0,0 1 1 0 0,0-1-1 0 0,0 1 1 0 0,0-1-1 0 0,1 0 1 0 0,-1 0-1 0 0,0-2 1 0 0,52 3-116 0 0,-1 3 0 0 0,1 1 1 0 0,-1 3-1 0 0,62 15 0 0 0,-109-21-45 0 0,0 1 0 0 0,0-1-1 0 0,0 1 1 0 0,0 0 0 0 0,0 0 0 0 0,0 0-1 0 0,0 1 1 0 0,-1-1 0 0 0,1 1 0 0 0,0-1 0 0 0,-1 1-1 0 0,1 0 1 0 0,-1 0 0 0 0,0 0 0 0 0,3 3 0 0 0,-4-3-1 0 0,-1-1-1 0 0,1 1 1 0 0,-1-1 0 0 0,1 1 0 0 0,-1 0 0 0 0,0-1 0 0 0,0 1 0 0 0,0 0 0 0 0,0-1 0 0 0,0 1 0 0 0,0 0 0 0 0,0-1 0 0 0,0 1 0 0 0,-1-1 0 0 0,1 1 0 0 0,-1 0 0 0 0,1-1 0 0 0,-1 1 0 0 0,0-1 0 0 0,1 1 0 0 0,-1-1 0 0 0,0 1 0 0 0,0-1 0 0 0,0 0 0 0 0,0 0 0 0 0,0 1 0 0 0,0-1 0 0 0,-1 0 0 0 0,1 0 0 0 0,-2 1 0 0 0,-35 34 104 0 0,-2-2 1 0 0,-67 45 0 0 0,67-52-514 0 0,1 1 0 0 0,2 3 1 0 0,-44 45-1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59.4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0 531 4860 0 0,'41'-1'-2270'0'0,"-10"-1"2281"0"0,0-1-1 0 0,-1-1 1 0 0,1-2 0 0 0,41-14-1 0 0,-4 2 36 0 0,128-35 249 0 0,215-90-1 0 0,-139 23-168 0 0,17-7-46 0 0,-260 114-83 0 0,-24 10-156 0 0,1 0 0 0 0,0 0 0 0 0,0 1 0 0 0,0-1-1 0 0,0 1 1 0 0,0 1 0 0 0,13-3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7:59.86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91 26 2776 0 0,'-58'-23'30'0'0,"56"22"10"0"0,-9 0 650 0 0,11 1-664 0 0,18 10 23 0 0,1-1 0 0 0,-1-1 0 0 0,2 0 0 0 0,-1-1 0 0 0,25 4 0 0 0,-17-4 36 0 0,-1 2 1 0 0,51 22-1 0 0,-76-31-70 0 0,1 1 0 0 0,-1 0 0 0 0,1 0 0 0 0,-1 0 0 0 0,1 0 0 0 0,-1 0 0 0 0,0 0 0 0 0,1 0 0 0 0,-1 1 0 0 0,0-1 0 0 0,0 0 0 0 0,0 1 0 0 0,0-1 0 0 0,0 1 0 0 0,0-1 0 0 0,0 1 0 0 0,-1-1 0 0 0,1 1 0 0 0,0 0 0 0 0,-1-1 0 0 0,1 1 0 0 0,-1 0 0 0 0,0-1 1 0 0,0 1-1 0 0,1 0 0 0 0,-1 0 0 0 0,0-1 0 0 0,-1 1 0 0 0,1 0 0 0 0,0 0 0 0 0,0-1 0 0 0,-1 1 0 0 0,1 0 0 0 0,-1-1 0 0 0,1 1 0 0 0,-1 0 0 0 0,0-1 0 0 0,0 1 0 0 0,0-1 0 0 0,0 1 0 0 0,0-1 0 0 0,0 1 0 0 0,-2 1 0 0 0,-6 8 37 0 0,-1 0 1 0 0,0-1-1 0 0,0 0 1 0 0,-14 10-1 0 0,19-16-42 0 0,-144 103 26 0 0,81-65-2380 0 0,54-35 1463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01.32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12 885 3364 0 0,'0'0'-238'0'0,"-2"0"-45"0"0,2 0 265 0 0,-1 0-1 0 0,1 0 1 0 0,0 0-1 0 0,-1 0 1 0 0,1 0-1 0 0,0 0 1 0 0,-1 0 0 0 0,1 0-1 0 0,0 0 1 0 0,-1 0-1 0 0,1 0 1 0 0,-1 0-1 0 0,1 0 1 0 0,0 0-1 0 0,-1-1 1 0 0,1 1 0 0 0,0 0-1 0 0,0 0 1 0 0,-1 0-1 0 0,1-1 1 0 0,0 1-1 0 0,-1 0 1 0 0,1 0-1 0 0,0-1 1 0 0,0 1 0 0 0,-1 0-1 0 0,1 0 1 0 0,0-1-1 0 0,0 1 1 0 0,0 0-1 0 0,0-1 1 0 0,-1 1-1 0 0,1 0 1 0 0,0-1 0 0 0,12-13 31 0 0,1 1 1 0 0,0 0-1 0 0,1 0 1 0 0,26-16-1 0 0,17-17 102 0 0,219-165 22 0 0,-37 33-14 0 0,-195 141-85 0 0,1 3 0 0 0,2 2 0 0 0,0 2-1 0 0,3 2 1 0 0,0 2 0 0 0,84-30 0 0 0,-63 34 7 0 0,135-24 1 0 0,78 9 56 0 0,-252 34-75 0 0,148-7 40 0 0,-103 20-1802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01.8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155 44 1976 0 0,'-10'-4'106'0'0,"2"0"0"0"0,-1-1 0 0 0,0 0 0 0 0,-12-11 0 0 0,20 15 4 0 0,-20-8 1092 0 0,21 10-1197 0 0,0 0-1 0 0,-1 0 0 0 0,1-1 0 0 0,0 1 1 0 0,0 0-1 0 0,-1 0 0 0 0,1 0 1 0 0,0-1-1 0 0,0 1 0 0 0,0 0 0 0 0,0 0 1 0 0,0 0-1 0 0,0 0 0 0 0,0 0 1 0 0,1-1-1 0 0,-1 1 0 0 0,0 0 0 0 0,0 0 1 0 0,1 0-1 0 0,-1-1 0 0 0,0 1 0 0 0,1 0 1 0 0,-1 0-1 0 0,1 0 0 0 0,22 19 96 0 0,-21-19-101 0 0,22 14 52 0 0,1-1 0 0 0,1-1 0 0 0,50 17 0 0 0,-1 1 1 0 0,-67-28-60 0 0,-1 0 27 0 0,0 0-1 0 0,0 0 1 0 0,-1 0-1 0 0,1 1 1 0 0,-1 0-1 0 0,0 1 1 0 0,9 7-1 0 0,-14-10-9 0 0,0 0 1 0 0,0-1-1 0 0,0 1 1 0 0,0 0-1 0 0,0 0 1 0 0,0 0-1 0 0,-1 0 0 0 0,1 0 1 0 0,-1 1-1 0 0,1-1 1 0 0,-1 0-1 0 0,0 0 1 0 0,0 0-1 0 0,0 0 0 0 0,0 0 1 0 0,0 1-1 0 0,-1-1 1 0 0,1 0-1 0 0,-1 0 1 0 0,1 0-1 0 0,-1 0 0 0 0,0 0 1 0 0,1 0-1 0 0,-1 0 1 0 0,0 0-1 0 0,0 0 1 0 0,-1-1-1 0 0,1 1 0 0 0,0 0 1 0 0,-1-1-1 0 0,-1 3 1 0 0,-14 16 37 0 0,-2 0 1 0 0,-1 0-1 0 0,0-2 1 0 0,-1-1-1 0 0,-43 27 1 0 0,-14 13 19 0 0,47-33-158 0 0,15-13-222 0 0,2 0 0 0 0,-1 1 0 0 0,2 0 0 0 0,-1 1 0 0 0,2 1 0 0 0,-20 27 0 0 0,28-33-623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04.96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17 186 3576 0 0,'-5'-29'230'0'0,"0"-1"0"0"0,2 1 0 0 0,0-34 0 0 0,3 55-122 0 0,0 7-85 0 0,-1 0-1 0 0,1-1 0 0 0,0 1 1 0 0,0 0-1 0 0,0 0 1 0 0,0 0-1 0 0,0 0 1 0 0,1-1-1 0 0,-1 1 0 0 0,0 0 1 0 0,0 0-1 0 0,1 0 1 0 0,-1 0-1 0 0,1 0 1 0 0,-1-1-1 0 0,1 1 0 0 0,-1 0 1 0 0,1 0-1 0 0,0 0 1 0 0,1-1-1 0 0,-1 1 77 0 0,-1 2-99 0 0,1 0 0 0 0,-1 0 0 0 0,1 0 0 0 0,-1 0 0 0 0,1 0 0 0 0,-1 0 0 0 0,1 0 0 0 0,-1 0 0 0 0,1 0 0 0 0,0 0 0 0 0,0 0 0 0 0,-1 0 0 0 0,1-1 0 0 0,0 1 0 0 0,0 0 0 0 0,1 0 0 0 0,11 13 14 0 0,5 19 13 0 0,-2 2-1 0 0,-1 0 1 0 0,-2 1 0 0 0,13 53 0 0 0,-7-21-17 0 0,63 174 883 0 0,-82-240-704 0 0,0-2-166 0 0,0 1 1 0 0,0-1 0 0 0,-1 1-1 0 0,1-1 1 0 0,0 0-1 0 0,0 1 1 0 0,-1-1-1 0 0,1 0 1 0 0,0 0-1 0 0,0 1 1 0 0,-1-1-1 0 0,1 0 1 0 0,0 0-1 0 0,-1 1 1 0 0,1-1 0 0 0,0 0-1 0 0,-1 0 1 0 0,1 0-1 0 0,-1 1 1 0 0,1-1-1 0 0,0 0 1 0 0,-1 0-1 0 0,1 0 1 0 0,0 0-1 0 0,-1 0 1 0 0,1 0 0 0 0,-1 0-1 0 0,1 0 1 0 0,-1 0-1 0 0,1 0 1 0 0,0 0-1 0 0,-1 0 1 0 0,1 0-1 0 0,0 0 1 0 0,-1-1-1 0 0,1 1 1 0 0,-1 0-1 0 0,0 0 1 0 0,-4-4 6 0 0,-1-1 0 0 0,1 1 0 0 0,-1-1 1 0 0,1 0-1 0 0,1 0 0 0 0,-1-1 0 0 0,1 1 0 0 0,0-1 0 0 0,0 0 1 0 0,0 0-1 0 0,1 0 0 0 0,0-1 0 0 0,0 1 0 0 0,1-1 0 0 0,0 0 0 0 0,0 1 1 0 0,0-1-1 0 0,1 0 0 0 0,0 0 0 0 0,1 0 0 0 0,-1 0 0 0 0,2-14 0 0 0,-1 13-21 0 0,0 1 0 0 0,1 0 0 0 0,0 0 0 0 0,0 0 0 0 0,0 0 0 0 0,1 0 0 0 0,0 0 0 0 0,1 0-1 0 0,-1 0 1 0 0,1 1 0 0 0,1-1 0 0 0,-1 1 0 0 0,1 0 0 0 0,0 0 0 0 0,1 0 0 0 0,-1 0 0 0 0,1 1-1 0 0,0 0 1 0 0,0 0 0 0 0,1 0 0 0 0,0 1 0 0 0,-1 0 0 0 0,9-5 0 0 0,-6 5 0 0 0,3-1-8 0 0,24 7 15 0 0,-20 0-14 0 0,0 1 0 0 0,-1 1 0 0 0,0 0-1 0 0,0 0 1 0 0,0 2 0 0 0,24 12-1 0 0,-30-13-2 0 0,0 0 0 0 0,0 0 0 0 0,0 0 0 0 0,0 1 0 0 0,-1 1 0 0 0,0-1 0 0 0,0 1 0 0 0,-1 0 0 0 0,0 0 0 0 0,0 1 0 0 0,7 12 0 0 0,-11-17 2 0 0,-1 0 0 0 0,0 0-1 0 0,0 0 1 0 0,-1 0 0 0 0,1 1-1 0 0,0-1 1 0 0,-1 0 0 0 0,0 0-1 0 0,0 0 1 0 0,0 1 0 0 0,0-1-1 0 0,0 0 1 0 0,-1 0-1 0 0,1 0 1 0 0,-1 0 0 0 0,0 0-1 0 0,0 0 1 0 0,0 0 0 0 0,-1 0-1 0 0,1 0 1 0 0,-1 0 0 0 0,1 0-1 0 0,-1-1 1 0 0,0 1 0 0 0,0 0-1 0 0,0-1 1 0 0,0 0-1 0 0,0 0 1 0 0,-1 1 0 0 0,-4 2-1 0 0,-7 5 6 0 0,1-1-1 0 0,-1 0 0 0 0,-1-2 0 0 0,-21 10 0 0 0,26-13-5 0 0,-6 4 21 0 0,-1-1-1 0 0,1-1 0 0 0,-1-1 0 0 0,0 0 1 0 0,-1-1-1 0 0,1-1 0 0 0,-24 1 0 0 0,38-4 15 0 0,-15-5-322 0 0,19 2 13 0 0,1 1-1 0 0,0-1 0 0 0,0 1 1 0 0,0 0-1 0 0,0-1 0 0 0,0 1 1 0 0,0 0-1 0 0,0 0 0 0 0,1 0 1 0 0,-1 1-1 0 0,1-1 0 0 0,0 0 0 0 0,-1 1 1 0 0,6-2-1 0 0,10-5-1970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05.5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 95 5477 0 0,'19'-38'-1010'0'0,"-18"35"991"0"0,0-4 5 0 0,0 6 5 0 0,-1 0 7 0 0,-1 1 0 0 0,1-1-1 0 0,0 1 1 0 0,0-1 0 0 0,-1 1 0 0 0,1-1 0 0 0,-1 1-1 0 0,1-1 1 0 0,0 1 0 0 0,-1-1 0 0 0,1 1 0 0 0,-1 0-1 0 0,1-1 1 0 0,-1 1 0 0 0,1 0 0 0 0,-1-1 0 0 0,1 1-1 0 0,-1 0 1 0 0,1 0 0 0 0,-1 0 0 0 0,0 0 0 0 0,1-1-1 0 0,-1 1 1 0 0,1 0 0 0 0,-1 0 0 0 0,0 0 0 0 0,1 0-1 0 0,-1 0 1 0 0,1 0 0 0 0,-1 0 0 0 0,1 0 0 0 0,-2 1-1 0 0,-8 3 4 0 0,1 1-1 0 0,0 0 1 0 0,0 0-1 0 0,0 1 0 0 0,1 0 1 0 0,0 0-1 0 0,0 1 1 0 0,0 0-1 0 0,1 1 0 0 0,-11 14 1 0 0,16-19 9 0 0,-1 0 1 0 0,1 0-1 0 0,-1 1 1 0 0,1-1-1 0 0,0 1 1 0 0,0-1-1 0 0,1 1 1 0 0,-1 0-1 0 0,1-1 1 0 0,0 1-1 0 0,0 0 1 0 0,0 0-1 0 0,0 0 1 0 0,1 0-1 0 0,0 0 1 0 0,0 0-1 0 0,0 0 1 0 0,0 0-1 0 0,0 0 1 0 0,1 0-1 0 0,0 0 1 0 0,-1 0-1 0 0,2 0 1 0 0,-1 0-1 0 0,0 0 0 0 0,1-1 1 0 0,0 1-1 0 0,0 0 1 0 0,0-1-1 0 0,0 0 1 0 0,5 6-1 0 0,-5-6 7 0 0,1 0-1 0 0,-1-1 0 0 0,1 1 0 0 0,0-1 1 0 0,0 0-1 0 0,0 1 0 0 0,0-1 0 0 0,0-1 1 0 0,0 1-1 0 0,0 0 0 0 0,1-1 1 0 0,-1 0-1 0 0,1 1 0 0 0,-1-1 0 0 0,1-1 1 0 0,-1 1-1 0 0,1 0 0 0 0,0-1 0 0 0,-1 0 1 0 0,1 0-1 0 0,0 0 0 0 0,-1 0 0 0 0,1-1 1 0 0,0 1-1 0 0,-1-1 0 0 0,1 0 0 0 0,-1 0 1 0 0,1 0-1 0 0,-1-1 0 0 0,0 1 0 0 0,1-1 1 0 0,-1 0-1 0 0,0 0 0 0 0,0 0 0 0 0,0 0 1 0 0,0 0-1 0 0,3-4 0 0 0,2-1 20 0 0,-1-1-1 0 0,0 0 1 0 0,0 0 0 0 0,0-1-1 0 0,-1 1 1 0 0,0-1-1 0 0,-1-1 1 0 0,0 1-1 0 0,0-1 1 0 0,-1 0 0 0 0,5-18-1 0 0,-7 20 28 0 0,-1 0 0 0 0,1 0 1 0 0,-2 0-1 0 0,1 0 0 0 0,-1 0 0 0 0,0 0 0 0 0,-2-13 0 0 0,1 18-47 0 0,1 1-1 0 0,-1-1 1 0 0,0 1 0 0 0,0 0-1 0 0,0-1 1 0 0,0 1-1 0 0,0 0 1 0 0,-1 0 0 0 0,1 0-1 0 0,-1 0 1 0 0,1 0-1 0 0,-1 0 1 0 0,0 0 0 0 0,0 0-1 0 0,0 1 1 0 0,0-1-1 0 0,0 1 1 0 0,0-1 0 0 0,0 1-1 0 0,0 0 1 0 0,-1 0-1 0 0,1 0 1 0 0,0 0 0 0 0,-1 0-1 0 0,1 0 1 0 0,-1 1 0 0 0,1-1-1 0 0,-1 1 1 0 0,1 0-1 0 0,-3 0 1 0 0,-8-1-36 0 0,1 2 1 0 0,-1-1 0 0 0,1 2-1 0 0,-1-1 1 0 0,1 2-1 0 0,0 0 1 0 0,0 0-1 0 0,0 1 1 0 0,-18 9-1 0 0,28-12-352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05.9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129 93 3924 0 0,'0'-85'139'0'0,"0"84"-98"0"0,1-5-8 0 0,-1 6-32 0 0,0 0 1 0 0,0 0 0 0 0,0 0 0 0 0,0 0-1 0 0,0 0 1 0 0,0 0 0 0 0,0 0 0 0 0,0 0-1 0 0,0 1 1 0 0,0-1 0 0 0,0 0 0 0 0,-1 0-1 0 0,1 0 1 0 0,0 0 0 0 0,0 0-1 0 0,0 0 1 0 0,0 0 0 0 0,0 0 0 0 0,0 0-1 0 0,0 0 1 0 0,0 0 0 0 0,0 0 0 0 0,0 0-1 0 0,-1 0 1 0 0,1 0 0 0 0,0 0-1 0 0,0 0 1 0 0,0 0 0 0 0,0 0 0 0 0,0 0-1 0 0,0 0 1 0 0,0 0 0 0 0,0 0 0 0 0,0 0-1 0 0,0 0 1 0 0,-1 0 0 0 0,1 0 0 0 0,0 0-1 0 0,0 0 1 0 0,0 0 0 0 0,0 0-1 0 0,0 0 1 0 0,0 0 0 0 0,0 0 0 0 0,0-1-1 0 0,-17 37 68 0 0,2 1-1 0 0,1 0 1 0 0,3 1-1 0 0,-12 58 1 0 0,18-72-36 0 0,-7 24 57 0 0,4-17-1 0 0,1 1-1 0 0,1 0 1 0 0,-3 49-1 0 0,9-80-85 0 0,0 1-1 0 0,0-1 0 0 0,0 0 1 0 0,0 1-1 0 0,0-1 0 0 0,0 1 1 0 0,0-1-1 0 0,1 1 0 0 0,-1-1 0 0 0,1 0 1 0 0,-1 1-1 0 0,0-1 0 0 0,1 0 1 0 0,0 1-1 0 0,-1-1 0 0 0,1 0 1 0 0,0 0-1 0 0,0 0 0 0 0,0 0 0 0 0,0 1 1 0 0,0-1-1 0 0,0 0 0 0 0,0 0 1 0 0,0-1-1 0 0,0 1 0 0 0,0 0 1 0 0,0 0-1 0 0,1-1 0 0 0,-1 1 0 0 0,0 0 1 0 0,0-1-1 0 0,1 1 0 0 0,-1-1 1 0 0,1 0-1 0 0,-1 1 0 0 0,3-1 1 0 0,2 0-273 0 0,0 0 0 0 0,-1-1 1 0 0,1 1-1 0 0,0-2 1 0 0,0 1-1 0 0,0 0 1 0 0,10-5-1 0 0,6-3-839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06.62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73 127 3908 0 0,'2'-22'83'0'0,"1"0"0"0"0,1 1 0 0 0,10-34 0 0 0,-13 50-35 0 0,0 4 144 0 0,-1 3-188 0 0,-1 0-1 0 0,1 0 1 0 0,0 1 0 0 0,0-1-1 0 0,-1 0 1 0 0,0 0-1 0 0,1 0 1 0 0,-1 1-1 0 0,0-1 1 0 0,0 0-1 0 0,-2 3 1 0 0,-4 13 27 0 0,-25 104 240 0 0,-15 131 0 0 0,45-245-232 0 0,2 0 0 0 0,-1 0 0 0 0,1 0 0 0 0,0 1 0 0 0,1-1 0 0 0,0 0 0 0 0,0 0 0 0 0,1 0 0 0 0,0 0 0 0 0,1-1 0 0 0,-1 1 0 0 0,1 0 0 0 0,1-1 0 0 0,0 0 0 0 0,5 9 0 0 0,-5-11-3 0 0,0 0 0 0 0,0-1 1 0 0,0 0-1 0 0,0 0 0 0 0,0 0 1 0 0,1 0-1 0 0,0-1 0 0 0,0 0 1 0 0,0 0-1 0 0,0 0 0 0 0,0-1 0 0 0,1 1 1 0 0,-1-1-1 0 0,1 0 0 0 0,0-1 1 0 0,-1 0-1 0 0,1 1 0 0 0,0-2 1 0 0,0 1-1 0 0,0-1 0 0 0,11 0 1 0 0,1-2-47 0 0,-1 0 1 0 0,0-1-1 0 0,0-1 1 0 0,0-1-1 0 0,22-8 1 0 0,38-25-3267 0 0,-57 26 1946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06.9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83 129 4276 0 0,'-4'-1'-142'0'0,"-72"-18"459"0"0,76 19-253 0 0,0 0-60 0 0,-1 0 0 0 0,1-1 0 0 0,0 1 0 0 0,0 0 0 0 0,0 0 0 0 0,0-1 0 0 0,-1 1-1 0 0,1 0 1 0 0,0-1 0 0 0,0 1 0 0 0,0 0 0 0 0,0-1 0 0 0,0 1 0 0 0,0 0 0 0 0,0-1 0 0 0,0 1-1 0 0,0 0 1 0 0,0 0 0 0 0,0-1 0 0 0,0 1 0 0 0,0 0 0 0 0,0-1 0 0 0,0 1 0 0 0,0 0 0 0 0,0-1 0 0 0,0 1-1 0 0,1 0 1 0 0,-1 0 0 0 0,0-1 0 0 0,0 1 0 0 0,0 0 0 0 0,0-1 0 0 0,1 1 0 0 0,-1 0 0 0 0,0 0-1 0 0,0 0 1 0 0,1-1 0 0 0,-1 1 0 0 0,0 0 0 0 0,0 0 0 0 0,1 0 0 0 0,-1 0 0 0 0,0-1 0 0 0,1 1-1 0 0,53-20 32 0 0,1 2 0 0 0,57-11-1 0 0,-27 7-2098 0 0,-59 15 1190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09.6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871 9 3372 0 0,'0'0'-168'0'0,"-1"-2"-197"0"0,1 1 379 0 0,0 1 1 0 0,0 0 0 0 0,-1-1 0 0 0,1 1-1 0 0,0 0 1 0 0,0-1 0 0 0,-1 1 0 0 0,1-1-1 0 0,0 1 1 0 0,0 0 0 0 0,-1 0 0 0 0,1-1-1 0 0,0 1 1 0 0,-1 0 0 0 0,1 0 0 0 0,-1-1-1 0 0,1 1 1 0 0,0 0 0 0 0,-1 0 0 0 0,1 0-1 0 0,-1-1 1 0 0,1 1 0 0 0,-1 0 0 0 0,1 0-1 0 0,0 0 1 0 0,-1 0 0 0 0,1 0 0 0 0,-1 0-1 0 0,1 0 1 0 0,-1 0 0 0 0,1 0 0 0 0,0 0-1 0 0,-1 0 1 0 0,0 1 0 0 0,-162 58 801 0 0,-317 70 1 0 0,310-97 379 0 0,168-32-1131 0 0,-23 5 431 0 0,9-4-708 0 0,31-28-3382 0 0,3 13 2511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10.09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597 28 3784 0 0,'1'-1'-4'0'0,"-1"0"-1"0"0,0 0 1 0 0,0 0-1 0 0,0 0 1 0 0,0 0-1 0 0,-1-1 1 0 0,1 1-1 0 0,0 0 1 0 0,0 0-1 0 0,0 0 1 0 0,-1 0-1 0 0,1 0 1 0 0,-1 1-1 0 0,1-1 1 0 0,-1 0 0 0 0,1 0-1 0 0,-1 0 1 0 0,1 0-1 0 0,-1 0 1 0 0,0 1-1 0 0,1-1 1 0 0,-1 0-1 0 0,0 0 1 0 0,0 1-1 0 0,0-1 1 0 0,0 1-1 0 0,0-1 1 0 0,1 1-1 0 0,-3-2 1 0 0,0 2-14 0 0,0 0 1 0 0,1-1 0 0 0,-1 1-1 0 0,0 0 1 0 0,0 0 0 0 0,0 1-1 0 0,0-1 1 0 0,1 0 0 0 0,-1 1-1 0 0,0 0 1 0 0,-3 1 0 0 0,-12 5-95 0 0,0 1 1 0 0,-28 17 0 0 0,37-20 98 0 0,-7 4 14 0 0,-86 48 167 0 0,-165 121 0 0 0,202-125 308 0 0,65-53-468 0 0,0 0 0 0 0,-1 1 0 0 0,1-1-1 0 0,0 0 1 0 0,0 0 0 0 0,0 0-1 0 0,-1 1 1 0 0,1-1 0 0 0,0 0 0 0 0,0 0-1 0 0,0 1 1 0 0,0-1 0 0 0,-1 0 0 0 0,1 0-1 0 0,0 1 1 0 0,0-1 0 0 0,0 0 0 0 0,0 0-1 0 0,0 1 1 0 0,0-1 0 0 0,0 0-1 0 0,0 1 1 0 0,0-1 0 0 0,0 0 0 0 0,0 1-1 0 0,0-1 1 0 0,0 0 0 0 0,0 0 0 0 0,0 1-1 0 0,0-1 1 0 0,0 0 0 0 0,0 1 0 0 0,0-1-1 0 0,1 0 1 0 0,-1 0 0 0 0,0 1-1 0 0,0-1 1 0 0,0 0 0 0 0,0 0 0 0 0,1 0-1 0 0,-1 1 1 0 0,0-1 0 0 0,0 0 0 0 0,18 9 161 0 0,19-1-29 0 0,131 0 204 0 0,-102-6-166 0 0,97 13 0 0 0,-149-14-182 0 0,-13-1-63 0 0,1-1-1 0 0,0 1 1 0 0,0 0-1 0 0,-1 0 1 0 0,1 0 0 0 0,0 0-1 0 0,0 0 1 0 0,-1 1-1 0 0,1-1 1 0 0,0 1-1 0 0,0-1 1 0 0,-1 1 0 0 0,1-1-1 0 0,0 1 1 0 0,-1 0-1 0 0,1 0 1 0 0,-1-1 0 0 0,1 1-1 0 0,-1 1 1 0 0,0-1-1 0 0,3 2 1 0 0,12-13-1848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18.33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35 159 3496 0 0,'-3'-24'-48'0'0,"-2"0"1"0"0,0 1-1 0 0,-14-35 0 0 0,18 54 47 0 0,1-3-3 0 0,0-12 27 0 0,-1 23-45 0 0,2 37 11 0 0,15 198 49 0 0,0-9-6 0 0,13-43 120 0 0,-26-142 1558 0 0,-6-46-1696 0 0,1 1 0 0 0,0-1 0 0 0,0-1 1 0 0,0 1-1 0 0,0 0 0 0 0,0 0 0 0 0,0-1 0 0 0,0 1 1 0 0,0-1-1 0 0,1 1 0 0 0,-1-1 0 0 0,1 0 0 0 0,-1 0 1 0 0,1 0-1 0 0,0 0 0 0 0,-1 0 0 0 0,1 0 0 0 0,0 0 1 0 0,0 0-1 0 0,1 0 0 0 0,-1-1 0 0 0,-1-3 0 0 0,-1-2 46 0 0,1 0-1 0 0,-1-1 0 0 0,2 1 0 0 0,-3-18 1 0 0,4 20-50 0 0,1 0 1 0 0,0-1 0 0 0,0 1 0 0 0,0 0 0 0 0,1-1 0 0 0,0 1 0 0 0,0 0 0 0 0,1 0 0 0 0,-1 1 0 0 0,1-1 0 0 0,1 0 0 0 0,-1 1 0 0 0,1 0-1 0 0,0 0 1 0 0,0 0 0 0 0,0 0 0 0 0,1 0 0 0 0,-1 1 0 0 0,1 0 0 0 0,0 0 0 0 0,1 0 0 0 0,-1 1 0 0 0,1 0 0 0 0,-1 0 0 0 0,1 0 0 0 0,0 1 0 0 0,11-4-1 0 0,-3 2-9 0 0,-1 0 0 0 0,1 1 0 0 0,0 1 0 0 0,0 0-1 0 0,0 0 1 0 0,0 2 0 0 0,1 0 0 0 0,-1 0 0 0 0,0 1-1 0 0,0 1 1 0 0,20 5 0 0 0,-23-3 0 0 0,0 0-1 0 0,0 0 1 0 0,-1 1 0 0 0,1 0 0 0 0,-1 1 0 0 0,0 0-1 0 0,-1 1 1 0 0,0 0 0 0 0,0 1 0 0 0,0-1-1 0 0,-1 2 1 0 0,10 12 0 0 0,-17-20-1 0 0,-1 0 1 0 0,1 0-1 0 0,-1 0 1 0 0,0 1-1 0 0,0-1 1 0 0,0 0-1 0 0,1 0 1 0 0,-1 0-1 0 0,0 0 1 0 0,0 1-1 0 0,-1-1 1 0 0,1 0-1 0 0,0 0 1 0 0,0 0 0 0 0,0 0-1 0 0,-1 1 1 0 0,1-1-1 0 0,-1 0 1 0 0,1 0-1 0 0,-1 0 1 0 0,1 0-1 0 0,-1 0 1 0 0,-1 2-1 0 0,-16 18 19 0 0,9-14-8 0 0,-2-1 0 0 0,1 0 0 0 0,-1 0-1 0 0,1-1 1 0 0,-1-1 0 0 0,-23 6 0 0 0,-74 12 17 0 0,74-16 2 0 0,-32 2 136 0 0,64-8-118 0 0,1 0-59 0 0,1 0 0 0 0,-1 0 0 0 0,0 0 0 0 0,1 0 0 0 0,-1 0 0 0 0,0 0 0 0 0,0 0-1 0 0,1 0 1 0 0,-1 0 0 0 0,0 0 0 0 0,1 0 0 0 0,-1-1 0 0 0,0 1 0 0 0,1 0 0 0 0,-1 0 0 0 0,0-1 0 0 0,1 1-1 0 0,-1 0 1 0 0,0-1 0 0 0,1 1 0 0 0,-1-1 0 0 0,1 1 0 0 0,-1-1 0 0 0,1 1 0 0 0,-1-1 0 0 0,3-4-361 0 0,1 1 1 0 0,0-1-1 0 0,0 1 0 0 0,0 0 1 0 0,1 0-1 0 0,-1 1 1 0 0,8-7-1 0 0,10-2-1060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19.0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163 166 4168 0 0,'0'0'-190'0'0,"-34"16"-989"0"0,33-15 1177 0 0,1-1-1 0 0,0 1 1 0 0,-1-1 0 0 0,1 1 0 0 0,0-1-1 0 0,-1 1 1 0 0,1-1 0 0 0,0 1-1 0 0,0-1 1 0 0,0 1 0 0 0,0-1 0 0 0,-1 1-1 0 0,1 0 1 0 0,0-1 0 0 0,0 1-1 0 0,0-1 1 0 0,0 1 0 0 0,0 0 0 0 0,1-1-1 0 0,-1 1 1 0 0,0-1 0 0 0,0 1-1 0 0,0 0 1 0 0,0-1 0 0 0,1 1 0 0 0,-1-1-1 0 0,0 1 1 0 0,0-1 0 0 0,1 1-1 0 0,-1-1 1 0 0,0 1 0 0 0,1-1 0 0 0,-1 1-1 0 0,1-1 1 0 0,-1 0 0 0 0,1 1 0 0 0,-1-1-1 0 0,1 1 1 0 0,-1-1 0 0 0,1 0-1 0 0,-1 0 1 0 0,1 1 0 0 0,-1-1 0 0 0,2 0-1 0 0,0 2 32 0 0,38-19 153 0 0,-36 13-153 0 0,-1 0 0 0 0,1-1 0 0 0,-1 1 0 0 0,0-1 0 0 0,-1 0-1 0 0,1 1 1 0 0,-1-1 0 0 0,0-1 0 0 0,0 1 0 0 0,0 0 0 0 0,-1 0 0 0 0,0-1 0 0 0,0 1 0 0 0,1-10 0 0 0,-2 7 6 0 0,0 1 1 0 0,0 0 0 0 0,0-1-1 0 0,-1 1 1 0 0,0 0 0 0 0,0-1-1 0 0,-1 1 1 0 0,0 0 0 0 0,0 0-1 0 0,-6-12 1 0 0,7 18-30 0 0,0 0 0 0 0,1 0-1 0 0,-1 0 1 0 0,0 0 0 0 0,0 0 0 0 0,0 0-1 0 0,0 0 1 0 0,0 1 0 0 0,0-1 0 0 0,0 0-1 0 0,-1 1 1 0 0,1-1 0 0 0,0 1 0 0 0,0-1-1 0 0,0 1 1 0 0,-1-1 0 0 0,1 1 0 0 0,0 0-1 0 0,0 0 1 0 0,-1 0 0 0 0,1-1 0 0 0,0 1-1 0 0,-1 1 1 0 0,1-1 0 0 0,0 0 0 0 0,0 0-1 0 0,-1 0 1 0 0,1 1 0 0 0,-2 0 0 0 0,-36 16 8 0 0,30-10-3 0 0,0 0-1 0 0,0 0 0 0 0,0 1 1 0 0,1 0-1 0 0,0 0 0 0 0,0 1 0 0 0,1 0 1 0 0,0 0-1 0 0,1 1 0 0 0,0 0 1 0 0,1 0-1 0 0,0 1 0 0 0,0-1 0 0 0,1 1 1 0 0,0 0-1 0 0,1 0 0 0 0,0 0 1 0 0,1 1-1 0 0,1-1 0 0 0,-1 1 0 0 0,2-1 1 0 0,0 16-1 0 0,1-22 4 0 0,0 1 0 0 0,1-1 0 0 0,-1 1 0 0 0,1-1 0 0 0,0 0 0 0 0,0 0 0 0 0,1 0 0 0 0,0 0-1 0 0,0 0 1 0 0,0-1 0 0 0,0 1 0 0 0,1-1 0 0 0,0 0 0 0 0,-1 0 0 0 0,1 0 0 0 0,1 0 0 0 0,-1-1 0 0 0,1 1 0 0 0,-1-1 0 0 0,10 4 0 0 0,-1 0 32 0 0,1-1 0 0 0,-1-1 0 0 0,1 0 1 0 0,1-1-1 0 0,-1 0 0 0 0,21 2 0 0 0,-29-6-164 0 0,0 0-1 0 0,0-1 1 0 0,0 1 0 0 0,0-2-1 0 0,0 1 1 0 0,0-1 0 0 0,0 1-1 0 0,6-4 1 0 0,0 0-912 0 0,4 0 208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19.81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331 112 3384 0 0,'2'-32'-683'0'0,"-1"28"686"0"0,0 0 0 0 0,-1 0 0 0 0,1-1-1 0 0,-1 1 1 0 0,-1 0 0 0 0,1 0 0 0 0,0-1-1 0 0,-1 1 1 0 0,0 0 0 0 0,0 0 0 0 0,-2-6-1 0 0,2 8 8 0 0,-1 0 0 0 0,1 1 0 0 0,0-1 0 0 0,-1 0 0 0 0,1 1 1 0 0,-1-1-1 0 0,0 1 0 0 0,1 0 0 0 0,-1 0 0 0 0,0-1 0 0 0,0 1 0 0 0,0 0 0 0 0,0 0 0 0 0,0 1 0 0 0,0-1 0 0 0,0 0 0 0 0,0 1 0 0 0,0-1 0 0 0,0 1 0 0 0,0 0 0 0 0,0 0 0 0 0,0-1 0 0 0,0 2 0 0 0,-1-1 0 0 0,1 0 0 0 0,0 0 0 0 0,0 0 1 0 0,0 1-1 0 0,0 0 0 0 0,-3 0 0 0 0,-6 2 3 0 0,1 0 0 0 0,-1 1 0 0 0,1-1 0 0 0,-17 11 1 0 0,10-4 4 0 0,1 2 1 0 0,0 0 0 0 0,0 0 0 0 0,1 2-1 0 0,1 0 1 0 0,1 0 0 0 0,0 1 0 0 0,0 1-1 0 0,2 0 1 0 0,0 1 0 0 0,1 0 0 0 0,1 1 0 0 0,-11 26-1 0 0,19-42-7 0 0,0 0-1 0 0,1 0 0 0 0,-1 0 1 0 0,1 0-1 0 0,-1-1 0 0 0,1 1 0 0 0,0 0 1 0 0,-1 0-1 0 0,1 1 0 0 0,0-1 1 0 0,0 0-1 0 0,0 0 0 0 0,1 0 1 0 0,-1 0-1 0 0,1 0 0 0 0,-1-1 0 0 0,1 4 1 0 0,0-4-1 0 0,0 0 1 0 0,0 0-1 0 0,0 0 1 0 0,0 0-1 0 0,0 0 1 0 0,0 0-1 0 0,0 0 1 0 0,0 0-1 0 0,0 0 1 0 0,0-1-1 0 0,0 1 0 0 0,1 0 1 0 0,-1-1-1 0 0,0 1 1 0 0,0-1-1 0 0,1 1 1 0 0,-1-1-1 0 0,0 0 1 0 0,2 1-1 0 0,3-1 7 0 0,-1 1 0 0 0,0-1 0 0 0,0-1 0 0 0,1 1 0 0 0,-1-1 0 0 0,0 0 0 0 0,0 0 0 0 0,1 0 0 0 0,-1-1 0 0 0,0 1-1 0 0,8-5 1 0 0,-2-1 4 0 0,0 1 0 0 0,-1-2 0 0 0,1 1 0 0 0,-1-1-1 0 0,-1-1 1 0 0,0 0 0 0 0,0 0 0 0 0,7-11-1 0 0,5-9 259 0 0,25-49-1 0 0,-40 66-164 0 0,-5 11-48 0 0,2-4 212 0 0,-7 13-264 0 0,0 1 1 0 0,1 0-1 0 0,0-1 1 0 0,0 1 0 0 0,1 0-1 0 0,0 1 1 0 0,0-1-1 0 0,1 0 1 0 0,0 0-1 0 0,1 1 1 0 0,0-1 0 0 0,2 10-1 0 0,-1-13-3 0 0,0-1-1 0 0,0 1 1 0 0,1-1-1 0 0,0 1 1 0 0,0-1-1 0 0,1 0 1 0 0,-1 1-1 0 0,1-1 0 0 0,0-1 1 0 0,1 1-1 0 0,-1 0 1 0 0,1-1-1 0 0,0 0 1 0 0,0 1-1 0 0,0-2 1 0 0,1 1-1 0 0,-1 0 1 0 0,1-1-1 0 0,0 0 1 0 0,0 0-1 0 0,9 4 1 0 0,-13-7-39 0 0,3 2-195 0 0,0 0 1 0 0,0 0 0 0 0,0-1 0 0 0,0 0-1 0 0,0 1 1 0 0,1-2 0 0 0,-1 1-1 0 0,0 0 1 0 0,1-1 0 0 0,-1 0 0 0 0,8 0-1 0 0,13-4-819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0.4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45 3648 0 0,'0'0'-185'0'0,"-19"-13"-482"0"0,19 12 793 0 0,5 0-126 0 0,15 0 6 0 0,-12 1-1 0 0,0 1 1 0 0,-1 1-1 0 0,1-1 0 0 0,0 1 1 0 0,-1 1-1 0 0,1-1 1 0 0,-1 1-1 0 0,0 1 1 0 0,0-1-1 0 0,8 6 1 0 0,10 4-16 0 0,-17-9 14 0 0,95 47 9 0 0,-94-46-3 0 0,0 1 1 0 0,0 0-1 0 0,0 0 1 0 0,-1 1-1 0 0,0 0 1 0 0,-1 0-1 0 0,1 1 0 0 0,8 11 1 0 0,-15-17 8 0 0,0 0 1 0 0,-1 0-1 0 0,1 0 1 0 0,0 0-1 0 0,-1 0 1 0 0,1 0-1 0 0,-1 1 0 0 0,1-1 1 0 0,-1 0-1 0 0,0 0 1 0 0,0 0-1 0 0,0 1 1 0 0,0-1-1 0 0,-1 0 0 0 0,1 0 1 0 0,0 0-1 0 0,-1 0 1 0 0,0 1-1 0 0,1-1 1 0 0,-1 0-1 0 0,0 0 0 0 0,0 0 1 0 0,0 0-1 0 0,0-1 1 0 0,-1 1-1 0 0,1 0 1 0 0,0 0-1 0 0,-1-1 0 0 0,-2 3 1 0 0,1 0 85 0 0,-1 0 0 0 0,0-1-1 0 0,0 1 1 0 0,-1-1 0 0 0,1 0 0 0 0,-1 0 0 0 0,0-1 0 0 0,1 1-1 0 0,-1-1 1 0 0,-9 3 0 0 0,12-5 219 0 0,-4-14-61 0 0,6 13-256 0 0,-1 0 1 0 0,1 1-1 0 0,-1-1 0 0 0,1 0 0 0 0,-1 0 1 0 0,1 0-1 0 0,-1 0 0 0 0,1 0 1 0 0,0 0-1 0 0,-1 0 0 0 0,1 1 1 0 0,0-1-1 0 0,0 0 0 0 0,0 0 0 0 0,-1 0 1 0 0,1 0-1 0 0,0 0 0 0 0,1 0 1 0 0,-1 0-1 0 0,0 0 0 0 0,0-1 1 0 0,8-26 80 0 0,2 1 0 0 0,1 0 1 0 0,0 0-1 0 0,2 1 0 0 0,2 1 1 0 0,0 0-1 0 0,29-36 0 0 0,-31 46-326 0 0,-14 38-2691 0 0,-6-9 1673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0.8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29 4100 0 0,'-3'-15'-452'0'0,"3"1"-45"0"0,0 32 393 0 0,2 43 122 0 0,20 67 42 0 0,-22-127-103 0 0,0-1 0 0 0,0 1 1 0 0,1 0-1 0 0,-1-1 0 0 0,0 1 0 0 0,0 0 1 0 0,0-1-1 0 0,1 1 0 0 0,-1 0 0 0 0,0-1 1 0 0,1 1-1 0 0,-1-1 0 0 0,0 1 0 0 0,1-1 1 0 0,-1 1-1 0 0,1-1 0 0 0,-1 1 0 0 0,1-1 1 0 0,-1 1-1 0 0,1-1 0 0 0,0 1 0 0 0,-1-1 1 0 0,1 0-1 0 0,-1 0 0 0 0,1 1 0 0 0,0-1 1 0 0,-1 0-1 0 0,1 0 0 0 0,0 1 0 0 0,0-1 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1.0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77 70 2612 0 0,'-1'-4'42'0'0,"0"1"1"0"0,0-1-1 0 0,0 0 0 0 0,-1 1 0 0 0,1-1 1 0 0,-1 1-1 0 0,0 0 0 0 0,0 0 0 0 0,0-1 1 0 0,0 1-1 0 0,-1 1 0 0 0,1-1 1 0 0,-1 0-1 0 0,0 1 0 0 0,0-1 0 0 0,0 1 1 0 0,0 0-1 0 0,0 0 0 0 0,0 0 0 0 0,-1 0 1 0 0,1 0-1 0 0,-1 1 0 0 0,1 0 0 0 0,-1-1 1 0 0,1 1-1 0 0,-6 0 0 0 0,5 1-17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1.80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22 105 2736 0 0,'0'0'-119'0'0,"2"-5"20"0"0,-1-2 156 0 0,0 0-1 0 0,-1-1 0 0 0,0 1 0 0 0,0 0 1 0 0,-1-1-1 0 0,0 1 0 0 0,0 0 1 0 0,0-1-1 0 0,-1 1 0 0 0,-4-9 1 0 0,4 8 100 0 0,1 7-78 0 0,1 1-72 0 0,0 0-1 0 0,0 0 0 0 0,0 0 0 0 0,0 0 0 0 0,0 0 1 0 0,0 0-1 0 0,0 0 0 0 0,0 1 0 0 0,0-1 0 0 0,-1 0 1 0 0,1 0-1 0 0,0 0 0 0 0,0 0 0 0 0,0 0 0 0 0,0 0 1 0 0,0 0-1 0 0,0 0 0 0 0,-1 0 0 0 0,1 0 0 0 0,0 0 1 0 0,0 0-1 0 0,0 0 0 0 0,0 0 0 0 0,0 0 1 0 0,0 0-1 0 0,-1 0 0 0 0,1 0 0 0 0,0 0 0 0 0,0 0 1 0 0,0 0-1 0 0,0 0 0 0 0,0 0 0 0 0,0 0 0 0 0,-1 0 1 0 0,1 0-1 0 0,0-1 0 0 0,0 1 0 0 0,0 0 0 0 0,0 0 1 0 0,0 0-1 0 0,0 0 0 0 0,0 0 0 0 0,0 0 0 0 0,-1 0 1 0 0,1 0-1 0 0,0 0 0 0 0,0-1 0 0 0,0 1 1 0 0,0 0-1 0 0,0 0 0 0 0,0 0 0 0 0,0 0 0 0 0,0-1 1 0 0,-6 21 67 0 0,9 8-24 0 0,1-1-1 0 0,1 1 1 0 0,1-1-1 0 0,1 0 1 0 0,2 0-1 0 0,11 26 1 0 0,-13-30 1620 0 0,-13-38-1362 0 0,5 12-300 0 0,1 0 0 0 0,-1 0 0 0 0,1-1 0 0 0,0 1 0 0 0,0 0 0 0 0,0-1 0 0 0,0 1 0 0 0,1 0 1 0 0,-1-1-1 0 0,1 1 0 0 0,0 0 0 0 0,0-1 0 0 0,1-2 0 0 0,4-6 15 0 0,1 0-1 0 0,1 1 1 0 0,-1 0-1 0 0,2 1 1 0 0,0 0 0 0 0,0 0-1 0 0,0 0 1 0 0,2 1 0 0 0,11-8-1 0 0,-14 11-13 0 0,1 0 0 0 0,0 0 1 0 0,0 1-1 0 0,0 1 0 0 0,1-1 0 0 0,0 1 0 0 0,0 1 0 0 0,0 0 0 0 0,0 0 0 0 0,0 1 0 0 0,1 1 0 0 0,10-1 0 0 0,-17 2-8 0 0,-1 0 0 0 0,1 0 0 0 0,0 1-1 0 0,0-1 1 0 0,0 1 0 0 0,-1 0 0 0 0,1 0 0 0 0,0 0 0 0 0,-1 1 0 0 0,1-1 0 0 0,-1 1-1 0 0,1 0 1 0 0,-1 0 0 0 0,0 0 0 0 0,0 0 0 0 0,0 1 0 0 0,0-1 0 0 0,0 1-1 0 0,0 0 1 0 0,-1 0 0 0 0,1 0 0 0 0,-1 0 0 0 0,0 0 0 0 0,0 0 0 0 0,3 6 0 0 0,-2 0 6 0 0,1 1 0 0 0,-1-1 1 0 0,-1 1-1 0 0,0 0 1 0 0,0 0-1 0 0,-1 0 0 0 0,0 0 1 0 0,-1 11-1 0 0,-4-11 344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2.5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329 32 4576 0 0,'6'-26'-314'0'0,"-6"26"311"0"0,0 0 1 0 0,0 0-1 0 0,0-1 1 0 0,0 1-1 0 0,0 0 0 0 0,0-1 1 0 0,0 1-1 0 0,0 0 1 0 0,-1 0-1 0 0,1-1 1 0 0,0 1-1 0 0,0 0 1 0 0,0 0-1 0 0,-1-1 1 0 0,1 1-1 0 0,0 0 1 0 0,0 0-1 0 0,-1 0 1 0 0,1-1-1 0 0,0 1 1 0 0,0 0-1 0 0,-1 0 0 0 0,1 0 1 0 0,0 0-1 0 0,-1 0 1 0 0,1-1-1 0 0,0 1 1 0 0,0 0-1 0 0,-1 0 1 0 0,1 0-1 0 0,0 0 1 0 0,-1 0-1 0 0,1 0 1 0 0,0 0-1 0 0,-1 0 1 0 0,1 0-1 0 0,0 0 0 0 0,-1 1 1 0 0,-44 19-6 0 0,34-14-26 0 0,2-2 38 0 0,-1 2 0 0 0,1-1 1 0 0,-1 1-1 0 0,2 1 0 0 0,-1-1 0 0 0,1 1 1 0 0,0 1-1 0 0,-10 11 0 0 0,18-18 28 0 0,0 0-31 0 0,1 0 0 0 0,0 0 1 0 0,0 0-1 0 0,-1 0 0 0 0,1 0 0 0 0,0 0 0 0 0,0 0 0 0 0,0 0 1 0 0,0 0-1 0 0,0 0 0 0 0,0-1 0 0 0,0 1 0 0 0,1 0 0 0 0,-1-1 1 0 0,0 1-1 0 0,0-1 0 0 0,0 1 0 0 0,1-1 0 0 0,-1 0 0 0 0,0 1 1 0 0,1-1-1 0 0,-1 0 0 0 0,0 0 0 0 0,1 0 0 0 0,-1 0 0 0 0,0 0 1 0 0,0 0-1 0 0,1 0 0 0 0,1-1 0 0 0,39-2 17 0 0,-25-1 5 0 0,0-1 0 0 0,-1 0 0 0 0,1-1-1 0 0,16-9 1 0 0,-21 9 20 0 0,-9 5-14 0 0,-4 1-1 0 0,-4 2-9 0 0,-1-1 1 0 0,0 1-1 0 0,1 0 1 0 0,-1 0-1 0 0,1 1 1 0 0,0 0-1 0 0,0-1 1 0 0,0 2-1 0 0,0-1 1 0 0,-6 6-1 0 0,10-7 8 0 0,1 15 6 0 0,7 4-24 0 0,0-1-1 0 0,1 0 1 0 0,1 0-1 0 0,19 32 1 0 0,4 7-20 0 0,-22-40 12 0 0,-1 1 0 0 0,-1 0 0 0 0,-1 0 0 0 0,6 29 0 0 0,-12-42 5 0 0,0 0-1 0 0,0 0 1 0 0,-1 0-1 0 0,0 0 1 0 0,-1 0-1 0 0,1 0 1 0 0,-1 0-1 0 0,-1-1 0 0 0,1 1 1 0 0,-1 0-1 0 0,0 0 1 0 0,-1-1-1 0 0,0 0 1 0 0,0 1-1 0 0,0-1 1 0 0,-1 0-1 0 0,-7 10 1 0 0,-4 1 5 0 0,-1-1 0 0 0,0 0 1 0 0,-1-1-1 0 0,-1-1 0 0 0,0 0 0 0 0,-1-2 1 0 0,-1 0-1 0 0,0-1 0 0 0,0-1 0 0 0,-1-1 1 0 0,0 0-1 0 0,-1-2 0 0 0,0-1 0 0 0,0 0 1 0 0,0-2-1 0 0,-31 3 0 0 0,51-7-6 0 0,-1 0-1 0 0,1 0 1 0 0,0 0 0 0 0,-1 0-1 0 0,1 0 1 0 0,0-1-1 0 0,0 1 1 0 0,-1-1 0 0 0,1 1-1 0 0,0-1 1 0 0,0 0-1 0 0,0 0 1 0 0,-1 0 0 0 0,1 0-1 0 0,0 0 1 0 0,0-1-1 0 0,1 1 1 0 0,-3-2 0 0 0,3 1-1 0 0,0 1 1 0 0,0 0-1 0 0,1-1 1 0 0,-1 1-1 0 0,1-1 1 0 0,-1 1-1 0 0,1-1 1 0 0,-1 1-1 0 0,1-1 0 0 0,0 0 1 0 0,0 1-1 0 0,0-1 1 0 0,0 1-1 0 0,0-1 1 0 0,0 1-1 0 0,0-1 1 0 0,0 0-1 0 0,0 1 1 0 0,2-3-1 0 0,1-5 10 0 0,1 0 0 0 0,0 1 1 0 0,0-1-1 0 0,1 1 0 0 0,0 0 0 0 0,1 1 0 0 0,7-9 0 0 0,17-16 50 0 0,1 2-1 0 0,1 1 0 0 0,50-35 1 0 0,116-62-1503 0 0,-181 116 1052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4.19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28 456 3304 0 0,'0'0'-178'0'0,"-4"-3"-529"0"0,3 2 691 0 0,0-1 6 0 0,-1 1 0 0 0,1-1-1 0 0,0 1 1 0 0,-1 0 0 0 0,1-1 0 0 0,-1 1 0 0 0,1 0-1 0 0,-1 0 1 0 0,1 0 0 0 0,-1 0 0 0 0,0 1-1 0 0,-2-2 1 0 0,34-32-121 0 0,45-15 175 0 0,2 4 0 0 0,3 3 1 0 0,1 3-1 0 0,1 5 0 0 0,2 2 0 0 0,97-21 0 0 0,-31 18 63 0 0,1 8 0 0 0,265-15 0 0 0,-397 41-100 0 0,59-1 156 0 0,-72 2-111 0 0,0 0 0 0 0,1 1 0 0 0,-1 0 1 0 0,1 0-1 0 0,-1 0 0 0 0,0 1 0 0 0,0 0 0 0 0,10 5 0 0 0,-15-7-35 0 0,-1 0 0 0 0,1 0 0 0 0,-1 0-1 0 0,1 0 1 0 0,-1 1 0 0 0,1-1 0 0 0,-1 0 0 0 0,1 0-1 0 0,-1 1 1 0 0,1-1 0 0 0,-1 0 0 0 0,0 1-1 0 0,1-1 1 0 0,-1 1 0 0 0,0-1 0 0 0,1 0-1 0 0,-1 1 1 0 0,0-1 0 0 0,1 1 0 0 0,-1-1 0 0 0,0 1-1 0 0,0-1 1 0 0,1 1 0 0 0,-1-1 0 0 0,0 1-1 0 0,0-1 1 0 0,0 1 0 0 0,0 0 0 0 0,0-1 0 0 0,0 1-1 0 0,0-1 1 0 0,0 1 0 0 0,0-1 0 0 0,0 1-1 0 0,0-1 1 0 0,0 1 0 0 0,-1 0 0 0 0,-19 12 283 0 0,-29-2 8 0 0,47-11-355 0 0,-2-4-325 0 0,-8-10-1677 0 0,12 12 1719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4.6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103 44 2800 0 0,'-14'-8'86'0'0,"-1"0"1"0"0,0 1-1 0 0,-27-9 0 0 0,37 14-54 0 0,3 1 27 0 0,-5-1-14 0 0,4 2 38 0 0,7 2 427 0 0,24 9-457 0 0,1-1 0 0 0,0-2 1 0 0,1-1-1 0 0,45 5 0 0 0,55 14 50 0 0,-92-17-64 0 0,42 12 29 0 0,-75-20-50 0 0,0 1 0 0 0,-1 0 1 0 0,1 0-1 0 0,-1 0 0 0 0,0 0 0 0 0,1 1 0 0 0,-1 0 0 0 0,0-1 0 0 0,-1 2 0 0 0,1-1 1 0 0,-1 0-1 0 0,6 7 0 0 0,-8-8-6 0 0,0 0 1 0 0,-1-1 0 0 0,1 1 0 0 0,-1 0-1 0 0,1 0 1 0 0,-1 0 0 0 0,0 0-1 0 0,0 0 1 0 0,0 0 0 0 0,0 0 0 0 0,0 0-1 0 0,0 0 1 0 0,0-1 0 0 0,-1 1-1 0 0,1 0 1 0 0,-1 0 0 0 0,1 0-1 0 0,-1 0 1 0 0,0 0 0 0 0,0-1 0 0 0,0 1-1 0 0,0 0 1 0 0,0-1 0 0 0,0 1-1 0 0,-2 2 1 0 0,-39 38 119 0 0,37-37-113 0 0,-50 39 97 0 0,-1-3 0 0 0,-112 61 0 0 0,79-50-5 0 0,65-43-179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5.6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94 185 4008 0 0,'-9'-26'-141'0'0,"-2"1"1"0"0,-1-1-1 0 0,-19-30 0 0 0,18 32 240 0 0,-4-3 52 0 0,17 26-130 0 0,3 6-7 0 0,8 14 3 0 0,-1 0-1 0 0,-1 0 1 0 0,0 1-1 0 0,11 41 1 0 0,12 93 117 0 0,2 4 61 0 0,-28-135-144 0 0,2-1 0 0 0,0-1 0 0 0,1 0 0 0 0,23 39 0 0 0,35 37 2199 0 0,-70-97-2237 0 0,0-1 0 0 0,0 1 0 0 0,0-1 0 0 0,0 1 0 0 0,0-1 0 0 0,0 0 0 0 0,1 0 0 0 0,-1 0 1 0 0,0 0-1 0 0,1-1 0 0 0,-3-1 0 0 0,-2-1 13 0 0,3 2-6 0 0,0 1 0 0 0,0-1 1 0 0,0 0-1 0 0,1 0 0 0 0,-1 0 0 0 0,1-1 0 0 0,-1 1 1 0 0,1-1-1 0 0,0 0 0 0 0,0 0 0 0 0,1 0 0 0 0,-1 0 1 0 0,0-1-1 0 0,1 1 0 0 0,0-1 0 0 0,0 1 0 0 0,-2-6 1 0 0,3 5-8 0 0,0 0 0 0 0,0 1 1 0 0,1-1-1 0 0,-1 0 0 0 0,1 0 1 0 0,0 0-1 0 0,1 0 1 0 0,-1 1-1 0 0,0-1 0 0 0,1 0 1 0 0,0 0-1 0 0,0 1 1 0 0,0-1-1 0 0,0 0 0 0 0,3-4 1 0 0,1-1 3 0 0,1 0 0 0 0,-1 0 0 0 0,2 1 0 0 0,-1-1 1 0 0,1 1-1 0 0,0 1 0 0 0,1 0 0 0 0,0 0 0 0 0,0 0 1 0 0,0 1-1 0 0,16-9 0 0 0,-15 11-11 0 0,1 0 0 0 0,-1 1 0 0 0,1 1 0 0 0,0 0 0 0 0,0 0-1 0 0,0 0 1 0 0,0 2 0 0 0,0-1 0 0 0,0 1 0 0 0,0 0 0 0 0,17 4 0 0 0,-20-3-4 0 0,1 0 0 0 0,-1 0 1 0 0,0 1-1 0 0,1 0 0 0 0,-1 1 1 0 0,0 0-1 0 0,0 0 0 0 0,0 0 1 0 0,-1 1-1 0 0,1 0 0 0 0,-1 0 1 0 0,0 1-1 0 0,0 0 0 0 0,0 0 1 0 0,9 11-1 0 0,-14-14-2 0 0,1 0-1 0 0,-1 0 1 0 0,0 0 0 0 0,0 0-1 0 0,0 0 1 0 0,0 1 0 0 0,-1-1-1 0 0,1 0 1 0 0,-1 1-1 0 0,1-1 1 0 0,-1 0 0 0 0,0 1-1 0 0,1-1 1 0 0,-1 1 0 0 0,-1-1-1 0 0,1 0 1 0 0,0 1 0 0 0,-1-1-1 0 0,1 1 1 0 0,-2 2 0 0 0,0 1-1 0 0,0-1 0 0 0,-1-1 0 0 0,0 1 0 0 0,0 0 1 0 0,0-1-1 0 0,-1 1 0 0 0,1-1 0 0 0,-8 7 0 0 0,-2 0 4 0 0,0-1-1 0 0,0 0 0 0 0,-1-1 0 0 0,-1 0 1 0 0,-16 7-1 0 0,13-8 19 0 0,9-3 19 0 0,-1 0 0 0 0,-1 0-1 0 0,1-1 1 0 0,-1-1 0 0 0,1 0-1 0 0,-1 0 1 0 0,-17 1-1 0 0,28-4-42 0 0,0 0-1 0 0,-1 0 0 0 0,1 0 0 0 0,0 0 0 0 0,0 0 1 0 0,-1 0-1 0 0,1 0 0 0 0,0 0 0 0 0,-1 0 0 0 0,1 0 1 0 0,0 0-1 0 0,0 0 0 0 0,-1 0 0 0 0,1 0 1 0 0,0 0-1 0 0,-1 0 0 0 0,1 0 0 0 0,0-1 0 0 0,0 1 1 0 0,-1 0-1 0 0,1 0 0 0 0,0 0 0 0 0,0 0 0 0 0,-1-1 1 0 0,1 1-1 0 0,0 0 0 0 0,0 0 0 0 0,0 0 0 0 0,0-1 1 0 0,-1 1-1 0 0,1 0 0 0 0,0 0 0 0 0,0-1 0 0 0,0 1 1 0 0,0 0-1 0 0,0-1 0 0 0,0 1 0 0 0,0 0 0 0 0,-1 0 1 0 0,1-1-1 0 0,7-12-392 0 0,15-11-1096 0 0,-6 10-452 0 0,0-1-272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6.2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1 216 5276 0 0,'0'0'-362'0'0,"4"2"-258"0"0,6-1 553 0 0,0 0 0 0 0,1 0 0 0 0,-1-1-1 0 0,1 0 1 0 0,-1-1 0 0 0,1 0 0 0 0,-1 0 0 0 0,0-1 0 0 0,0-1 0 0 0,0 0 0 0 0,0 0 0 0 0,0-1 0 0 0,0 0 0 0 0,10-7 0 0 0,-16 8 89 0 0,0 0 1 0 0,0-1 0 0 0,0 0-1 0 0,-1 0 1 0 0,1 0 0 0 0,-1 0 0 0 0,0-1-1 0 0,0 1 1 0 0,0-1 0 0 0,-1 0-1 0 0,1 1 1 0 0,-1-1 0 0 0,0 0 0 0 0,-1-1-1 0 0,1 1 1 0 0,-1 0 0 0 0,0 0-1 0 0,0-1 1 0 0,-1 1 0 0 0,0 0 0 0 0,0-1-1 0 0,0 1 1 0 0,0-1 0 0 0,-1 1-1 0 0,0 0 1 0 0,0-1 0 0 0,0 1 0 0 0,-1 0-1 0 0,0 0 1 0 0,-4-9 0 0 0,5 12-8 0 0,0 1 1 0 0,0-1-1 0 0,0 0 1 0 0,0 0-1 0 0,0 0 1 0 0,0 1-1 0 0,-1-1 1 0 0,1 1-1 0 0,-1-1 1 0 0,1 1-1 0 0,-1 0 1 0 0,0-1-1 0 0,1 1 1 0 0,-1 0-1 0 0,0 0 1 0 0,0 0-1 0 0,0 0 1 0 0,0 1-1 0 0,0-1 1 0 0,0 0-1 0 0,-3 0 1 0 0,1 1-1 0 0,0 0 0 0 0,0 0 0 0 0,0 0 0 0 0,0 0 0 0 0,0 1 0 0 0,1 0 0 0 0,-1 0 0 0 0,0 0 1 0 0,0 0-1 0 0,-7 3 0 0 0,3 0-5 0 0,1 1 1 0 0,-1-1 0 0 0,1 1-1 0 0,0 0 1 0 0,0 1 0 0 0,0-1-1 0 0,1 1 1 0 0,0 1-1 0 0,0-1 1 0 0,-6 9 0 0 0,7-6 7 0 0,1 0 1 0 0,-1 0 0 0 0,1 0 0 0 0,1 0-1 0 0,0 1 1 0 0,0-1 0 0 0,1 1 0 0 0,0 0-1 0 0,0 0 1 0 0,1 0 0 0 0,1 10 0 0 0,0-15-6 0 0,0 0 1 0 0,1 1 0 0 0,0-1-1 0 0,0 0 1 0 0,0 0 0 0 0,1 0-1 0 0,-1 0 1 0 0,1 0 0 0 0,0-1-1 0 0,1 1 1 0 0,-1 0-1 0 0,1-1 1 0 0,0 0 0 0 0,0 1-1 0 0,0-1 1 0 0,1-1 0 0 0,-1 1-1 0 0,1 0 1 0 0,0-1 0 0 0,0 0-1 0 0,0 0 1 0 0,1 0 0 0 0,4 3-1 0 0,2 0 4 0 0,0-1-1 0 0,-1 0 0 0 0,2-1 0 0 0,-1 0 1 0 0,0-1-1 0 0,1 0 0 0 0,0 0 0 0 0,-1-2 0 0 0,1 1 1 0 0,0-1-1 0 0,0-1 0 0 0,0 0 0 0 0,18-3 1 0 0,-18 0-488 0 0,-1 0 0 0 0,1 0 1 0 0,-1-1-1 0 0,21-10 0 0 0,-13 4-715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6.89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419 31 3832 0 0,'-24'-21'-584'0'0,"18"18"572"0"0,0 2 1 0 0,0-1 0 0 0,0 1 0 0 0,0 0 0 0 0,0 0 0 0 0,0 1 0 0 0,0-1 0 0 0,0 1-1 0 0,0 1 1 0 0,-1-1 0 0 0,1 1 0 0 0,0 0 0 0 0,-9 4 0 0 0,-2 0 19 0 0,1 1 0 0 0,0 1 1 0 0,-24 13-1 0 0,10-3 43 0 0,1 1 1 0 0,-30 26-1 0 0,50-37-20 0 0,-1 1 0 0 0,2 1-1 0 0,-1 0 1 0 0,1 0-1 0 0,0 0 1 0 0,1 1-1 0 0,0 0 1 0 0,1 1-1 0 0,-8 17 1 0 0,13-26-17 0 0,0 0-1 0 0,0 0 1 0 0,0-1-1 0 0,0 1 1 0 0,0 0-1 0 0,1 0 1 0 0,-1 0 0 0 0,1 0-1 0 0,0 0 1 0 0,-1 0-1 0 0,1 0 1 0 0,0 0-1 0 0,0 0 1 0 0,0 0-1 0 0,0 0 1 0 0,1 0 0 0 0,-1 0-1 0 0,1 0 1 0 0,-1 0-1 0 0,1 0 1 0 0,-1 0-1 0 0,1-1 1 0 0,0 1 0 0 0,0 0-1 0 0,0 0 1 0 0,0-1-1 0 0,0 1 1 0 0,0 0-1 0 0,1-1 1 0 0,-1 0-1 0 0,1 1 1 0 0,-1-1 0 0 0,1 0-1 0 0,-1 1 1 0 0,1-1-1 0 0,0 0 1 0 0,-1 0-1 0 0,1 0 1 0 0,0 0 0 0 0,0-1-1 0 0,0 1 1 0 0,-1 0-1 0 0,1-1 1 0 0,0 1-1 0 0,0-1 1 0 0,0 0 0 0 0,4 0-1 0 0,3 1 22 0 0,0-1-1 0 0,1 0 1 0 0,-1 0-1 0 0,1-1 0 0 0,-1 0 1 0 0,0-1-1 0 0,0 0 1 0 0,17-6-1 0 0,-16 2-6 0 0,1 0-1 0 0,-1-1 0 0 0,0 0 1 0 0,-1-1-1 0 0,0 0 0 0 0,0 0 0 0 0,-1-1 1 0 0,0 0-1 0 0,0 0 0 0 0,-1-1 1 0 0,0 0-1 0 0,0 0 0 0 0,-2-1 1 0 0,1 0-1 0 0,-1 0 0 0 0,6-22 0 0 0,-6 11 463 0 0,-20 34-248 0 0,10-8-299 0 0,2 0 69 0 0,1-1-1 0 0,-1 1 1 0 0,0-1 0 0 0,1 1-1 0 0,0 0 1 0 0,0 0 0 0 0,0 0-1 0 0,1 0 1 0 0,-1 0 0 0 0,1 0-1 0 0,0 0 1 0 0,0 0 0 0 0,0 1-1 0 0,1-1 1 0 0,-1 1 0 0 0,1-1-1 0 0,0 0 1 0 0,0 1 0 0 0,1-1-1 0 0,-1 0 1 0 0,1 1 0 0 0,0-1-1 0 0,0 0 1 0 0,1 0-1 0 0,-1 0 1 0 0,1 0 0 0 0,0 0-1 0 0,0 0 1 0 0,0 0 0 0 0,1 0-1 0 0,-1-1 1 0 0,1 1 0 0 0,0-1-1 0 0,0 0 1 0 0,0 0 0 0 0,0 0-1 0 0,0 0 1 0 0,1-1 0 0 0,0 1-1 0 0,-1-1 1 0 0,1 0 0 0 0,0 0-1 0 0,6 2 1 0 0,-4-2-165 0 0,0 0 1 0 0,0 0 0 0 0,1-1-1 0 0,-1 0 1 0 0,0-1-1 0 0,1 1 1 0 0,-1-1-1 0 0,1-1 1 0 0,-1 1-1 0 0,0-1 1 0 0,1 0 0 0 0,-1 0-1 0 0,0-1 1 0 0,1 0-1 0 0,-1 0 1 0 0,0-1-1 0 0,-1 1 1 0 0,1-1-1 0 0,7-5 1 0 0,4-4-1141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7.51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 97 4012 0 0,'-16'-12'-915'0'0,"8"5"357"0"0,12 5 310 0 0,5 3 257 0 0,0 0 0 0 0,0 1 0 0 0,-1 0 0 0 0,1 1 0 0 0,0 0 0 0 0,11 6-1 0 0,-3-2 28 0 0,7 2 34 0 0,0 1 1 0 0,0 1-1 0 0,-1 1 1 0 0,-1 1-1 0 0,0 1 1 0 0,38 31-1 0 0,-58-44-45 0 0,0 1 0 0 0,0 0-1 0 0,-1-1 1 0 0,1 1-1 0 0,0 0 1 0 0,-1 0 0 0 0,1 0-1 0 0,-1 0 1 0 0,0 0-1 0 0,1 0 1 0 0,-1 0 0 0 0,0 0-1 0 0,0 0 1 0 0,-1 1 0 0 0,1-1-1 0 0,0 0 1 0 0,-1 1-1 0 0,1-1 1 0 0,-1 1 0 0 0,0-1-1 0 0,0 1 1 0 0,0-1 0 0 0,0 0-1 0 0,0 1 1 0 0,-1-1-1 0 0,1 1 1 0 0,-2 4 0 0 0,0-4 19 0 0,0 0 0 0 0,0 0 0 0 0,0 0 0 0 0,0 0 0 0 0,-1 0-1 0 0,1 0 1 0 0,-1-1 0 0 0,0 1 0 0 0,0-1 0 0 0,0 0 0 0 0,0 1 0 0 0,0-2 0 0 0,-1 1 0 0 0,1 0 0 0 0,-1-1 0 0 0,1 1 0 0 0,-7 1 0 0 0,7-2 17 0 0,-1 0 0 0 0,1 0-1 0 0,-1 0 1 0 0,1-1 0 0 0,-1 0-1 0 0,0 1 1 0 0,1-1 0 0 0,-1 0 0 0 0,1 0-1 0 0,-1-1 1 0 0,0 1 0 0 0,1-1-1 0 0,-1 0 1 0 0,-3-1 0 0 0,5 1-43 0 0,1 0 1 0 0,-1 0-1 0 0,1 0 0 0 0,-1 0 1 0 0,1-1-1 0 0,-1 1 0 0 0,1 0 1 0 0,0-1-1 0 0,0 1 0 0 0,-1-1 1 0 0,1 1-1 0 0,0-1 0 0 0,1 0 1 0 0,-1 0-1 0 0,0 1 0 0 0,0-1 1 0 0,1 0-1 0 0,-1 0 0 0 0,1 0 1 0 0,-1 1-1 0 0,1-1 0 0 0,0 0 1 0 0,0 0-1 0 0,0 0 0 0 0,0 0 1 0 0,0 0-1 0 0,1-3 0 0 0,3-21 50 0 0,1-1 0 0 0,2 2 0 0 0,0-1 0 0 0,2 1-1 0 0,1 0 1 0 0,1 1 0 0 0,1 0 0 0 0,21-32 0 0 0,-22 36-656 0 0,-24 35-163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7.80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44 9 3816 0 0,'0'0'-65'0'0,"-3"-3"-52"0"0,3 3 120 0 0,-1-1-1 0 0,0 0 1 0 0,0 1-1 0 0,0-1 0 0 0,0 1 1 0 0,1-1-1 0 0,-1 1 1 0 0,0 0-1 0 0,0-1 0 0 0,0 1 1 0 0,0 0-1 0 0,0 0 1 0 0,0-1-1 0 0,0 1 0 0 0,0 0 1 0 0,0 0-1 0 0,0 0 1 0 0,0 0-1 0 0,0 0 1 0 0,0 1-1 0 0,0-1 0 0 0,0 0 1 0 0,0 0-1 0 0,0 1 1 0 0,0-1-1 0 0,1 0 0 0 0,-1 1 1 0 0,0-1-1 0 0,0 1 1 0 0,0-1-1 0 0,0 1 0 0 0,1-1 1 0 0,-1 1-1 0 0,0 0 1 0 0,0 0-1 0 0,1-1 0 0 0,-2 2 1 0 0,2-2-6 0 0,-1 3 6 0 0,0-1 1 0 0,0 0-1 0 0,0 1 0 0 0,1-1 0 0 0,-1 0 1 0 0,1 1-1 0 0,-1-1 0 0 0,1 1 1 0 0,0-1-1 0 0,0 1 0 0 0,0-1 1 0 0,0 1-1 0 0,0-1 0 0 0,1 1 0 0 0,-1-1 1 0 0,1 1-1 0 0,0-1 0 0 0,2 5 1 0 0,-1 2 24 0 0,1 7-4 0 0,1-1 0 0 0,0 0 0 0 0,1 0 0 0 0,1 0 0 0 0,1 0-1 0 0,11 18 1 0 0,13 35 51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7.9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77 67 2508 0 0,'-8'-9'215'0'0,"1"1"1"0"0,-2-1-1 0 0,1 1 0 0 0,-1 0 0 0 0,-1 1 0 0 0,-14-9 0 0 0,22 15-132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8.7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 43 3184 0 0,'0'-1'-13'0'0,"0"-1"1"0"0,0 1-1 0 0,0-1 0 0 0,0 1 0 0 0,-1 0 0 0 0,1-1 0 0 0,-1 1 1 0 0,1 0-1 0 0,-1-1 0 0 0,1 1 0 0 0,-1 0 0 0 0,1 0 0 0 0,-1 0 1 0 0,0-1-1 0 0,0 1 0 0 0,0 0 0 0 0,-1-1 0 0 0,-3-5 194 0 0,4 6 67 0 0,0 0-242 0 0,-3-4 2 0 0,3 3 25 0 0,5 13-15 0 0,-1 0-1 0 0,2-1 1 0 0,-1 0-1 0 0,2 0 1 0 0,-1 0 0 0 0,11 13-1 0 0,-7-9 11 0 0,37 49 82 0 0,6 9 1840 0 0,-55-82-1187 0 0,-1 0-703 0 0,1-1 0 0 0,0 0 0 0 0,0 0 0 0 0,1 0 0 0 0,0-18 0 0 0,3 20-36 0 0,0 1 0 0 0,1 0-1 0 0,1-1 1 0 0,-1 1 0 0 0,1 0 0 0 0,1 0 0 0 0,-1 1 0 0 0,1-1 0 0 0,9-11 0 0 0,-11 15-19 0 0,1 0 0 0 0,0 1 0 0 0,0-1 0 0 0,0 0 1 0 0,1 1-1 0 0,-1 0 0 0 0,1 0 0 0 0,0 0 0 0 0,0 0 0 0 0,0 1 0 0 0,0 0 0 0 0,0-1 0 0 0,1 1 0 0 0,-1 1 1 0 0,0-1-1 0 0,1 1 0 0 0,0 0 0 0 0,-1 0 0 0 0,10-1 0 0 0,-8 2-6 0 0,1 0 1 0 0,-1 0-1 0 0,1 0 1 0 0,-1 1-1 0 0,1 0 1 0 0,-1 0-1 0 0,0 1 1 0 0,1 0-1 0 0,-1 0 1 0 0,0 0-1 0 0,0 1 1 0 0,-1 0-1 0 0,1 0 1 0 0,0 1-1 0 0,-1-1 1 0 0,0 1-1 0 0,0 0 1 0 0,0 1-1 0 0,0-1 1 0 0,-1 1-1 0 0,1 0 1 0 0,-1 0-1 0 0,-1 0 1 0 0,6 10-1 0 0,12 13 3 0 0,-6 3 41 0 0,-13-28-156 0 0,1 1 164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3T18:18:29.55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308 1 4696 0 0,'-5'-1'-251'0'0,"-5"1"177"0"0,0 0 0 0 0,-1 1 1 0 0,1 0-1 0 0,0 1 0 0 0,0 0 0 0 0,0 0 0 0 0,1 1 0 0 0,-1 0 0 0 0,1 1 1 0 0,-1 0-1 0 0,1 1 0 0 0,-14 8 0 0 0,5-2 27 0 0,1 1 0 0 0,0 0-1 0 0,1 1 1 0 0,0 1 0 0 0,-20 23 0 0 0,35-37 50 0 0,0 1 0 0 0,0-1 1 0 0,1 1-1 0 0,-1 0 0 0 0,0-1 0 0 0,1 1 1 0 0,-1 0-1 0 0,0 0 0 0 0,1-1 1 0 0,-1 1-1 0 0,1 0 0 0 0,0 0 1 0 0,-1 0-1 0 0,1 0 0 0 0,-1 0 1 0 0,1 0-1 0 0,0 0 0 0 0,0 0 0 0 0,0-1 1 0 0,0 1-1 0 0,-1 0 0 0 0,1 0 1 0 0,0 0-1 0 0,1 0 0 0 0,-1 0 1 0 0,0 0-1 0 0,0 0 0 0 0,0 0 0 0 0,0 0 1 0 0,1 0-1 0 0,-1 0 0 0 0,1 0 1 0 0,-1 0-1 0 0,0 0 0 0 0,2 1 1 0 0,0-1 5 0 0,1 1-1 0 0,-1-1 1 0 0,1 0 0 0 0,-1 0 0 0 0,1 0 0 0 0,0 0 0 0 0,0 0 0 0 0,-1 0 0 0 0,1-1 0 0 0,0 1 0 0 0,0-1-1 0 0,3 0 1 0 0,12 0 40 0 0,1 0-1 0 0,35-6 1 0 0,-45 5-7 0 0,-1-1 0 0 0,0 0 0 0 0,0-1 0 0 0,0 1 0 0 0,0-2 0 0 0,0 1 1 0 0,0-1-1 0 0,-1 0 0 0 0,0 0 0 0 0,0-1 0 0 0,0 0 0 0 0,0-1 0 0 0,-1 1 0 0 0,0-1 1 0 0,10-12-1 0 0,-15 17-29 0 0,-1 0 1 0 0,0 0 0 0 0,0 0-1 0 0,0 0 1 0 0,1 0 0 0 0,-1 0-1 0 0,0 0 1 0 0,0 0 0 0 0,0 0-1 0 0,0 0 1 0 0,0 1-1 0 0,-1-1 1 0 0,1 0 0 0 0,0 0-1 0 0,0 0 1 0 0,-1 0 0 0 0,1 0-1 0 0,0 0 1 0 0,-1 0 0 0 0,1 1-1 0 0,-1-1 1 0 0,1 0 0 0 0,-1 0-1 0 0,1 1 1 0 0,-1-1 0 0 0,0 0-1 0 0,1 1 1 0 0,-1-1 0 0 0,0 0-1 0 0,0 1 1 0 0,-1-1-1 0 0,-4-7 433 0 0,5 30-429 0 0,0 0-1 0 0,2 0 1 0 0,0 0 0 0 0,2 0 0 0 0,0 0 0 0 0,9 28-1 0 0,50 126 149 0 0,-61-172-159 0 0,1 0-1 0 0,-1 0 0 0 0,0 0 0 0 0,0 0 0 0 0,0 1 0 0 0,-1-1 0 0 0,1 0 0 0 0,-1 0 0 0 0,0 1 0 0 0,0-1 1 0 0,-1 0-1 0 0,1 0 0 0 0,-1 1 0 0 0,0-1 0 0 0,0 0 0 0 0,0 0 0 0 0,-1 0 0 0 0,-2 5 0 0 0,1-3 1 0 0,-1 1 0 0 0,-1-1 0 0 0,0 0 0 0 0,1-1 0 0 0,-2 1 0 0 0,1-1 0 0 0,-1 0 0 0 0,1 0 0 0 0,-12 6 0 0 0,-3 1 12 0 0,-1-1 0 0 0,0-1-1 0 0,0-2 1 0 0,-1 0 0 0 0,-42 10 0 0 0,54-16 19 0 0,0 0 1 0 0,0-1 0 0 0,0 0-1 0 0,-1-1 1 0 0,1 0-1 0 0,0 0 1 0 0,-14-3-1 0 0,22 3-23 0 0,1-1-1 0 0,-1 1 0 0 0,1-1 0 0 0,-1 1 0 0 0,1-1 0 0 0,-1 1 0 0 0,1-1 0 0 0,-1 0 0 0 0,1 0 0 0 0,0 0 0 0 0,0 0 0 0 0,-1 0 0 0 0,1 0 1 0 0,0 0-1 0 0,0 0 0 0 0,0 0 0 0 0,0-1 0 0 0,0 1 0 0 0,0 0 0 0 0,0-1 0 0 0,0-1 0 0 0,0 0-1 0 0,1 1-1 0 0,0-1 1 0 0,0 0-1 0 0,0 1 1 0 0,0-1 0 0 0,0 0-1 0 0,1 1 1 0 0,-1-1-1 0 0,1 0 1 0 0,0 1 0 0 0,0-1-1 0 0,0 1 1 0 0,0-1-1 0 0,0 1 1 0 0,0-1-1 0 0,1 1 1 0 0,1-3 0 0 0,7-10 11 0 0,1 1 1 0 0,0 1 0 0 0,1-1 0 0 0,0 2 0 0 0,1 0-1 0 0,1 0 1 0 0,15-10 0 0 0,116-67-38 0 0,-67 45-368 0 0,-24 11-2759 0 0,-45 28 1863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6.png"/><Relationship Id="rId21" Type="http://schemas.openxmlformats.org/officeDocument/2006/relationships/image" Target="../media/image15.png"/><Relationship Id="rId34" Type="http://schemas.openxmlformats.org/officeDocument/2006/relationships/customXml" Target="../ink/ink17.xml"/><Relationship Id="rId7" Type="http://schemas.openxmlformats.org/officeDocument/2006/relationships/image" Target="../media/image8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image" Target="../media/image21.png"/><Relationship Id="rId2" Type="http://schemas.openxmlformats.org/officeDocument/2006/relationships/image" Target="../media/image5.png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0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3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14.png"/><Relationship Id="rId31" Type="http://schemas.openxmlformats.org/officeDocument/2006/relationships/image" Target="../media/image20.png"/><Relationship Id="rId4" Type="http://schemas.openxmlformats.org/officeDocument/2006/relationships/customXml" Target="../ink/ink2.xml"/><Relationship Id="rId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8.png"/><Relationship Id="rId30" Type="http://schemas.openxmlformats.org/officeDocument/2006/relationships/customXml" Target="../ink/ink15.xml"/><Relationship Id="rId35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customXml" Target="../ink/ink28.xml"/><Relationship Id="rId42" Type="http://schemas.openxmlformats.org/officeDocument/2006/relationships/image" Target="../media/image44.png"/><Relationship Id="rId47" Type="http://schemas.openxmlformats.org/officeDocument/2006/relationships/customXml" Target="../ink/ink41.xml"/><Relationship Id="rId63" Type="http://schemas.openxmlformats.org/officeDocument/2006/relationships/customXml" Target="../ink/ink49.xml"/><Relationship Id="rId68" Type="http://schemas.openxmlformats.org/officeDocument/2006/relationships/image" Target="../media/image57.png"/><Relationship Id="rId84" Type="http://schemas.openxmlformats.org/officeDocument/2006/relationships/image" Target="../media/image65.png"/><Relationship Id="rId89" Type="http://schemas.openxmlformats.org/officeDocument/2006/relationships/customXml" Target="../ink/ink62.xml"/><Relationship Id="rId112" Type="http://schemas.openxmlformats.org/officeDocument/2006/relationships/image" Target="../media/image79.png"/><Relationship Id="rId16" Type="http://schemas.openxmlformats.org/officeDocument/2006/relationships/image" Target="../media/image31.png"/><Relationship Id="rId107" Type="http://schemas.openxmlformats.org/officeDocument/2006/relationships/customXml" Target="../ink/ink71.xml"/><Relationship Id="rId11" Type="http://schemas.openxmlformats.org/officeDocument/2006/relationships/customXml" Target="../ink/ink23.xml"/><Relationship Id="rId24" Type="http://schemas.openxmlformats.org/officeDocument/2006/relationships/image" Target="../media/image35.png"/><Relationship Id="rId32" Type="http://schemas.openxmlformats.org/officeDocument/2006/relationships/image" Target="../media/image39.png"/><Relationship Id="rId37" Type="http://schemas.openxmlformats.org/officeDocument/2006/relationships/customXml" Target="../ink/ink36.xml"/><Relationship Id="rId40" Type="http://schemas.openxmlformats.org/officeDocument/2006/relationships/image" Target="../media/image43.png"/><Relationship Id="rId45" Type="http://schemas.openxmlformats.org/officeDocument/2006/relationships/customXml" Target="../ink/ink40.xml"/><Relationship Id="rId53" Type="http://schemas.openxmlformats.org/officeDocument/2006/relationships/customXml" Target="../ink/ink44.xml"/><Relationship Id="rId58" Type="http://schemas.openxmlformats.org/officeDocument/2006/relationships/image" Target="../media/image52.png"/><Relationship Id="rId66" Type="http://schemas.openxmlformats.org/officeDocument/2006/relationships/image" Target="../media/image56.png"/><Relationship Id="rId74" Type="http://schemas.openxmlformats.org/officeDocument/2006/relationships/image" Target="../media/image60.png"/><Relationship Id="rId79" Type="http://schemas.openxmlformats.org/officeDocument/2006/relationships/customXml" Target="../ink/ink57.xml"/><Relationship Id="rId87" Type="http://schemas.openxmlformats.org/officeDocument/2006/relationships/customXml" Target="../ink/ink61.xml"/><Relationship Id="rId102" Type="http://schemas.openxmlformats.org/officeDocument/2006/relationships/image" Target="../media/image74.png"/><Relationship Id="rId110" Type="http://schemas.openxmlformats.org/officeDocument/2006/relationships/image" Target="../media/image78.png"/><Relationship Id="rId115" Type="http://schemas.openxmlformats.org/officeDocument/2006/relationships/customXml" Target="../ink/ink75.xml"/><Relationship Id="rId5" Type="http://schemas.openxmlformats.org/officeDocument/2006/relationships/customXml" Target="../ink/ink20.xml"/><Relationship Id="rId61" Type="http://schemas.openxmlformats.org/officeDocument/2006/relationships/customXml" Target="../ink/ink48.xml"/><Relationship Id="rId82" Type="http://schemas.openxmlformats.org/officeDocument/2006/relationships/image" Target="../media/image64.png"/><Relationship Id="rId90" Type="http://schemas.openxmlformats.org/officeDocument/2006/relationships/image" Target="../media/image68.png"/><Relationship Id="rId95" Type="http://schemas.openxmlformats.org/officeDocument/2006/relationships/customXml" Target="../ink/ink65.xml"/><Relationship Id="rId19" Type="http://schemas.openxmlformats.org/officeDocument/2006/relationships/customXml" Target="../ink/ink27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Relationship Id="rId27" Type="http://schemas.openxmlformats.org/officeDocument/2006/relationships/customXml" Target="../ink/ink31.xml"/><Relationship Id="rId30" Type="http://schemas.openxmlformats.org/officeDocument/2006/relationships/image" Target="../media/image38.png"/><Relationship Id="rId35" Type="http://schemas.openxmlformats.org/officeDocument/2006/relationships/customXml" Target="../ink/ink35.xml"/><Relationship Id="rId43" Type="http://schemas.openxmlformats.org/officeDocument/2006/relationships/customXml" Target="../ink/ink39.xml"/><Relationship Id="rId48" Type="http://schemas.openxmlformats.org/officeDocument/2006/relationships/image" Target="../media/image47.png"/><Relationship Id="rId56" Type="http://schemas.openxmlformats.org/officeDocument/2006/relationships/image" Target="../media/image51.png"/><Relationship Id="rId64" Type="http://schemas.openxmlformats.org/officeDocument/2006/relationships/image" Target="../media/image55.png"/><Relationship Id="rId69" Type="http://schemas.openxmlformats.org/officeDocument/2006/relationships/customXml" Target="../ink/ink52.xml"/><Relationship Id="rId77" Type="http://schemas.openxmlformats.org/officeDocument/2006/relationships/customXml" Target="../ink/ink56.xml"/><Relationship Id="rId100" Type="http://schemas.openxmlformats.org/officeDocument/2006/relationships/image" Target="../media/image73.png"/><Relationship Id="rId105" Type="http://schemas.openxmlformats.org/officeDocument/2006/relationships/customXml" Target="../ink/ink70.xml"/><Relationship Id="rId113" Type="http://schemas.openxmlformats.org/officeDocument/2006/relationships/customXml" Target="../ink/ink74.xml"/><Relationship Id="rId8" Type="http://schemas.openxmlformats.org/officeDocument/2006/relationships/image" Target="../media/image27.png"/><Relationship Id="rId51" Type="http://schemas.openxmlformats.org/officeDocument/2006/relationships/customXml" Target="../ink/ink43.xml"/><Relationship Id="rId72" Type="http://schemas.openxmlformats.org/officeDocument/2006/relationships/image" Target="../media/image59.png"/><Relationship Id="rId80" Type="http://schemas.openxmlformats.org/officeDocument/2006/relationships/image" Target="../media/image63.png"/><Relationship Id="rId85" Type="http://schemas.openxmlformats.org/officeDocument/2006/relationships/customXml" Target="../ink/ink60.xml"/><Relationship Id="rId93" Type="http://schemas.openxmlformats.org/officeDocument/2006/relationships/customXml" Target="../ink/ink64.xml"/><Relationship Id="rId98" Type="http://schemas.openxmlformats.org/officeDocument/2006/relationships/image" Target="../media/image72.png"/><Relationship Id="rId3" Type="http://schemas.openxmlformats.org/officeDocument/2006/relationships/customXml" Target="../ink/ink19.xml"/><Relationship Id="rId12" Type="http://schemas.openxmlformats.org/officeDocument/2006/relationships/image" Target="../media/image29.png"/><Relationship Id="rId17" Type="http://schemas.openxmlformats.org/officeDocument/2006/relationships/customXml" Target="../ink/ink26.xml"/><Relationship Id="rId25" Type="http://schemas.openxmlformats.org/officeDocument/2006/relationships/customXml" Target="../ink/ink30.xml"/><Relationship Id="rId33" Type="http://schemas.openxmlformats.org/officeDocument/2006/relationships/customXml" Target="../ink/ink34.xml"/><Relationship Id="rId38" Type="http://schemas.openxmlformats.org/officeDocument/2006/relationships/image" Target="../media/image42.png"/><Relationship Id="rId46" Type="http://schemas.openxmlformats.org/officeDocument/2006/relationships/image" Target="../media/image46.png"/><Relationship Id="rId59" Type="http://schemas.openxmlformats.org/officeDocument/2006/relationships/customXml" Target="../ink/ink47.xml"/><Relationship Id="rId67" Type="http://schemas.openxmlformats.org/officeDocument/2006/relationships/customXml" Target="../ink/ink51.xml"/><Relationship Id="rId103" Type="http://schemas.openxmlformats.org/officeDocument/2006/relationships/customXml" Target="../ink/ink69.xml"/><Relationship Id="rId108" Type="http://schemas.openxmlformats.org/officeDocument/2006/relationships/image" Target="../media/image77.png"/><Relationship Id="rId116" Type="http://schemas.openxmlformats.org/officeDocument/2006/relationships/image" Target="../media/image81.png"/><Relationship Id="rId20" Type="http://schemas.openxmlformats.org/officeDocument/2006/relationships/image" Target="../media/image33.png"/><Relationship Id="rId41" Type="http://schemas.openxmlformats.org/officeDocument/2006/relationships/customXml" Target="../ink/ink38.xml"/><Relationship Id="rId54" Type="http://schemas.openxmlformats.org/officeDocument/2006/relationships/image" Target="../media/image50.png"/><Relationship Id="rId62" Type="http://schemas.openxmlformats.org/officeDocument/2006/relationships/image" Target="../media/image54.png"/><Relationship Id="rId70" Type="http://schemas.openxmlformats.org/officeDocument/2006/relationships/image" Target="../media/image58.png"/><Relationship Id="rId75" Type="http://schemas.openxmlformats.org/officeDocument/2006/relationships/customXml" Target="../ink/ink55.xml"/><Relationship Id="rId83" Type="http://schemas.openxmlformats.org/officeDocument/2006/relationships/customXml" Target="../ink/ink59.xml"/><Relationship Id="rId88" Type="http://schemas.openxmlformats.org/officeDocument/2006/relationships/image" Target="../media/image67.png"/><Relationship Id="rId91" Type="http://schemas.openxmlformats.org/officeDocument/2006/relationships/customXml" Target="../ink/ink63.xml"/><Relationship Id="rId96" Type="http://schemas.openxmlformats.org/officeDocument/2006/relationships/image" Target="../media/image71.png"/><Relationship Id="rId111" Type="http://schemas.openxmlformats.org/officeDocument/2006/relationships/customXml" Target="../ink/ink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5" Type="http://schemas.openxmlformats.org/officeDocument/2006/relationships/customXml" Target="../ink/ink25.xml"/><Relationship Id="rId23" Type="http://schemas.openxmlformats.org/officeDocument/2006/relationships/customXml" Target="../ink/ink29.xml"/><Relationship Id="rId28" Type="http://schemas.openxmlformats.org/officeDocument/2006/relationships/image" Target="../media/image37.png"/><Relationship Id="rId36" Type="http://schemas.openxmlformats.org/officeDocument/2006/relationships/image" Target="../media/image41.png"/><Relationship Id="rId49" Type="http://schemas.openxmlformats.org/officeDocument/2006/relationships/customXml" Target="../ink/ink42.xml"/><Relationship Id="rId57" Type="http://schemas.openxmlformats.org/officeDocument/2006/relationships/customXml" Target="../ink/ink46.xml"/><Relationship Id="rId106" Type="http://schemas.openxmlformats.org/officeDocument/2006/relationships/image" Target="../media/image76.png"/><Relationship Id="rId114" Type="http://schemas.openxmlformats.org/officeDocument/2006/relationships/image" Target="../media/image80.png"/><Relationship Id="rId10" Type="http://schemas.openxmlformats.org/officeDocument/2006/relationships/image" Target="../media/image28.png"/><Relationship Id="rId31" Type="http://schemas.openxmlformats.org/officeDocument/2006/relationships/customXml" Target="../ink/ink33.xml"/><Relationship Id="rId44" Type="http://schemas.openxmlformats.org/officeDocument/2006/relationships/image" Target="../media/image45.png"/><Relationship Id="rId52" Type="http://schemas.openxmlformats.org/officeDocument/2006/relationships/image" Target="../media/image49.png"/><Relationship Id="rId60" Type="http://schemas.openxmlformats.org/officeDocument/2006/relationships/image" Target="../media/image53.png"/><Relationship Id="rId65" Type="http://schemas.openxmlformats.org/officeDocument/2006/relationships/customXml" Target="../ink/ink50.xml"/><Relationship Id="rId73" Type="http://schemas.openxmlformats.org/officeDocument/2006/relationships/customXml" Target="../ink/ink54.xml"/><Relationship Id="rId78" Type="http://schemas.openxmlformats.org/officeDocument/2006/relationships/image" Target="../media/image62.png"/><Relationship Id="rId81" Type="http://schemas.openxmlformats.org/officeDocument/2006/relationships/customXml" Target="../ink/ink58.xml"/><Relationship Id="rId86" Type="http://schemas.openxmlformats.org/officeDocument/2006/relationships/image" Target="../media/image66.png"/><Relationship Id="rId94" Type="http://schemas.openxmlformats.org/officeDocument/2006/relationships/image" Target="../media/image70.png"/><Relationship Id="rId99" Type="http://schemas.openxmlformats.org/officeDocument/2006/relationships/customXml" Target="../ink/ink67.xml"/><Relationship Id="rId101" Type="http://schemas.openxmlformats.org/officeDocument/2006/relationships/customXml" Target="../ink/ink68.xml"/><Relationship Id="rId4" Type="http://schemas.openxmlformats.org/officeDocument/2006/relationships/image" Target="../media/image25.png"/><Relationship Id="rId9" Type="http://schemas.openxmlformats.org/officeDocument/2006/relationships/customXml" Target="../ink/ink22.xml"/><Relationship Id="rId13" Type="http://schemas.openxmlformats.org/officeDocument/2006/relationships/customXml" Target="../ink/ink24.xml"/><Relationship Id="rId18" Type="http://schemas.openxmlformats.org/officeDocument/2006/relationships/image" Target="../media/image32.png"/><Relationship Id="rId39" Type="http://schemas.openxmlformats.org/officeDocument/2006/relationships/customXml" Target="../ink/ink37.xml"/><Relationship Id="rId109" Type="http://schemas.openxmlformats.org/officeDocument/2006/relationships/customXml" Target="../ink/ink72.xml"/><Relationship Id="rId34" Type="http://schemas.openxmlformats.org/officeDocument/2006/relationships/image" Target="../media/image40.png"/><Relationship Id="rId50" Type="http://schemas.openxmlformats.org/officeDocument/2006/relationships/image" Target="../media/image48.png"/><Relationship Id="rId55" Type="http://schemas.openxmlformats.org/officeDocument/2006/relationships/customXml" Target="../ink/ink45.xml"/><Relationship Id="rId76" Type="http://schemas.openxmlformats.org/officeDocument/2006/relationships/image" Target="../media/image61.png"/><Relationship Id="rId97" Type="http://schemas.openxmlformats.org/officeDocument/2006/relationships/customXml" Target="../ink/ink66.xml"/><Relationship Id="rId104" Type="http://schemas.openxmlformats.org/officeDocument/2006/relationships/image" Target="../media/image75.png"/><Relationship Id="rId7" Type="http://schemas.openxmlformats.org/officeDocument/2006/relationships/customXml" Target="../ink/ink21.xml"/><Relationship Id="rId71" Type="http://schemas.openxmlformats.org/officeDocument/2006/relationships/customXml" Target="../ink/ink53.xml"/><Relationship Id="rId92" Type="http://schemas.openxmlformats.org/officeDocument/2006/relationships/image" Target="../media/image69.png"/><Relationship Id="rId2" Type="http://schemas.openxmlformats.org/officeDocument/2006/relationships/image" Target="../media/image24.png"/><Relationship Id="rId29" Type="http://schemas.openxmlformats.org/officeDocument/2006/relationships/customXml" Target="../ink/ink3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76C9-1855-4EE4-3A04-AE6DC0FB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CF011F-06EC-EDC3-1417-E3464E85E78D}"/>
              </a:ext>
            </a:extLst>
          </p:cNvPr>
          <p:cNvSpPr txBox="1"/>
          <p:nvPr/>
        </p:nvSpPr>
        <p:spPr>
          <a:xfrm>
            <a:off x="1892808" y="429768"/>
            <a:ext cx="4866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Go to makesense.ai website -&gt; Get Started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7DD612-EC8A-BA83-6BC0-D6DBE8050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04" y="1362456"/>
            <a:ext cx="10017947" cy="51384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F7E8D53-3FC7-2C29-6DA5-031B2CA0CE7E}"/>
                  </a:ext>
                </a:extLst>
              </p14:cNvPr>
              <p14:cNvContentPartPr/>
              <p14:nvPr/>
            </p14:nvContentPartPr>
            <p14:xfrm>
              <a:off x="10058184" y="5746176"/>
              <a:ext cx="658080" cy="458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F7E8D53-3FC7-2C29-6DA5-031B2CA0CE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22184" y="5710176"/>
                <a:ext cx="729720" cy="52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4714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26A8-D7B5-B574-443A-3B1809437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58E13B-165E-FD66-A114-3D8C93F05104}"/>
              </a:ext>
            </a:extLst>
          </p:cNvPr>
          <p:cNvSpPr txBox="1"/>
          <p:nvPr/>
        </p:nvSpPr>
        <p:spPr>
          <a:xfrm>
            <a:off x="1892808" y="429768"/>
            <a:ext cx="3020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Step2: Select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 detection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68DE96-A66A-6D58-ACFE-244DAB8F9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108" y="2542033"/>
            <a:ext cx="5772681" cy="406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977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C768C7-6821-6E55-2B8D-99ACC0A7C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444" y="502076"/>
            <a:ext cx="4410657" cy="3164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B44EE4-C9E3-E066-E8C7-D93196FD0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053" y="3871534"/>
            <a:ext cx="4285394" cy="28135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69470B-B646-F3A8-4C64-4C4732800158}"/>
                  </a:ext>
                </a:extLst>
              </p14:cNvPr>
              <p14:cNvContentPartPr/>
              <p14:nvPr/>
            </p14:nvContentPartPr>
            <p14:xfrm>
              <a:off x="6687144" y="1240056"/>
              <a:ext cx="254160" cy="176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69470B-B646-F3A8-4C64-4C47328001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51504" y="1204056"/>
                <a:ext cx="3258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91EF8C9-8BF3-89BC-E05D-729ECC0A30C4}"/>
                  </a:ext>
                </a:extLst>
              </p14:cNvPr>
              <p14:cNvContentPartPr/>
              <p14:nvPr/>
            </p14:nvContentPartPr>
            <p14:xfrm>
              <a:off x="6700464" y="1863216"/>
              <a:ext cx="16560" cy="25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91EF8C9-8BF3-89BC-E05D-729ECC0A30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64464" y="1827216"/>
                <a:ext cx="8820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9CDF4F-DABE-F037-6D12-043B6081BACE}"/>
                  </a:ext>
                </a:extLst>
              </p14:cNvPr>
              <p14:cNvContentPartPr/>
              <p14:nvPr/>
            </p14:nvContentPartPr>
            <p14:xfrm>
              <a:off x="6665544" y="2503296"/>
              <a:ext cx="324360" cy="216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9CDF4F-DABE-F037-6D12-043B6081BAC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29904" y="2467656"/>
                <a:ext cx="39600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62700D3-B5A7-29C0-1E79-508B02673A34}"/>
                  </a:ext>
                </a:extLst>
              </p14:cNvPr>
              <p14:cNvContentPartPr/>
              <p14:nvPr/>
            </p14:nvContentPartPr>
            <p14:xfrm>
              <a:off x="6500664" y="3200976"/>
              <a:ext cx="296640" cy="293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62700D3-B5A7-29C0-1E79-508B02673A3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64664" y="3165336"/>
                <a:ext cx="36828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19367B5-9396-362D-1AA4-5C9C474E46A0}"/>
                  </a:ext>
                </a:extLst>
              </p14:cNvPr>
              <p14:cNvContentPartPr/>
              <p14:nvPr/>
            </p14:nvContentPartPr>
            <p14:xfrm>
              <a:off x="6505344" y="4164696"/>
              <a:ext cx="256680" cy="283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19367B5-9396-362D-1AA4-5C9C474E46A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69704" y="4129056"/>
                <a:ext cx="328320" cy="35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E6539D7-90A0-A7AF-87F0-E5CBB0702260}"/>
              </a:ext>
            </a:extLst>
          </p:cNvPr>
          <p:cNvGrpSpPr/>
          <p:nvPr/>
        </p:nvGrpSpPr>
        <p:grpSpPr>
          <a:xfrm>
            <a:off x="6583824" y="4795776"/>
            <a:ext cx="438840" cy="353160"/>
            <a:chOff x="6583824" y="4795776"/>
            <a:chExt cx="43884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F67D301-31F6-0351-EABB-1CADDBA5F95C}"/>
                    </a:ext>
                  </a:extLst>
                </p14:cNvPr>
                <p14:cNvContentPartPr/>
                <p14:nvPr/>
              </p14:nvContentPartPr>
              <p14:xfrm>
                <a:off x="6583824" y="4881816"/>
                <a:ext cx="160920" cy="267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F67D301-31F6-0351-EABB-1CADDBA5F9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48184" y="4845816"/>
                  <a:ext cx="2325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9BAA9B4-BC17-3425-EEE0-69A7018F6343}"/>
                    </a:ext>
                  </a:extLst>
                </p14:cNvPr>
                <p14:cNvContentPartPr/>
                <p14:nvPr/>
              </p14:nvContentPartPr>
              <p14:xfrm>
                <a:off x="6728904" y="4795776"/>
                <a:ext cx="293760" cy="55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9BAA9B4-BC17-3425-EEE0-69A7018F634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93264" y="4759776"/>
                  <a:ext cx="365400" cy="12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017C1A3-78A3-928A-B0C3-3EA48D36CE82}"/>
                  </a:ext>
                </a:extLst>
              </p14:cNvPr>
              <p14:cNvContentPartPr/>
              <p14:nvPr/>
            </p14:nvContentPartPr>
            <p14:xfrm>
              <a:off x="6597864" y="5531256"/>
              <a:ext cx="172440" cy="294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017C1A3-78A3-928A-B0C3-3EA48D36CE8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61864" y="5495256"/>
                <a:ext cx="244080" cy="36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9162D086-5D1E-C9C9-A45B-9F0E8ECB579A}"/>
              </a:ext>
            </a:extLst>
          </p:cNvPr>
          <p:cNvGrpSpPr/>
          <p:nvPr/>
        </p:nvGrpSpPr>
        <p:grpSpPr>
          <a:xfrm>
            <a:off x="6558264" y="6156576"/>
            <a:ext cx="522360" cy="297360"/>
            <a:chOff x="6558264" y="6156576"/>
            <a:chExt cx="52236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26CC8B8-4864-02F6-0F9B-3E3B051FFA2A}"/>
                    </a:ext>
                  </a:extLst>
                </p14:cNvPr>
                <p14:cNvContentPartPr/>
                <p14:nvPr/>
              </p14:nvContentPartPr>
              <p14:xfrm>
                <a:off x="6607224" y="6156576"/>
                <a:ext cx="261720" cy="297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26CC8B8-4864-02F6-0F9B-3E3B051FFA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71224" y="6120576"/>
                  <a:ext cx="3333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E282BC0-182D-7CE1-F9A5-7C4130E51F68}"/>
                    </a:ext>
                  </a:extLst>
                </p14:cNvPr>
                <p14:cNvContentPartPr/>
                <p14:nvPr/>
              </p14:nvContentPartPr>
              <p14:xfrm>
                <a:off x="6558264" y="6183216"/>
                <a:ext cx="522360" cy="241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E282BC0-182D-7CE1-F9A5-7C4130E51F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22624" y="6147216"/>
                  <a:ext cx="59400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8F4C45-AF4D-5857-3A2F-BB931C024CF0}"/>
              </a:ext>
            </a:extLst>
          </p:cNvPr>
          <p:cNvGrpSpPr/>
          <p:nvPr/>
        </p:nvGrpSpPr>
        <p:grpSpPr>
          <a:xfrm>
            <a:off x="6598224" y="290736"/>
            <a:ext cx="1415520" cy="313200"/>
            <a:chOff x="6598224" y="290736"/>
            <a:chExt cx="141552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4FC754A-B94A-F091-F840-A18783DA8A0A}"/>
                    </a:ext>
                  </a:extLst>
                </p14:cNvPr>
                <p14:cNvContentPartPr/>
                <p14:nvPr/>
              </p14:nvContentPartPr>
              <p14:xfrm>
                <a:off x="6598224" y="349056"/>
                <a:ext cx="183600" cy="201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4FC754A-B94A-F091-F840-A18783DA8A0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62224" y="313416"/>
                  <a:ext cx="2552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C195D4D-2F30-9CA8-14C8-26598EAEB8AB}"/>
                    </a:ext>
                  </a:extLst>
                </p14:cNvPr>
                <p14:cNvContentPartPr/>
                <p14:nvPr/>
              </p14:nvContentPartPr>
              <p14:xfrm>
                <a:off x="6773904" y="442296"/>
                <a:ext cx="255600" cy="84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C195D4D-2F30-9CA8-14C8-26598EAEB8A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37904" y="406656"/>
                  <a:ext cx="3272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F1B6E12-ED4D-F4EB-329E-6832BCF4B3A6}"/>
                    </a:ext>
                  </a:extLst>
                </p14:cNvPr>
                <p14:cNvContentPartPr/>
                <p14:nvPr/>
              </p14:nvContentPartPr>
              <p14:xfrm>
                <a:off x="7082784" y="290736"/>
                <a:ext cx="227160" cy="270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F1B6E12-ED4D-F4EB-329E-6832BCF4B3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46784" y="255096"/>
                  <a:ext cx="2988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AC34F2-E9BB-251A-016B-566142D20D3E}"/>
                    </a:ext>
                  </a:extLst>
                </p14:cNvPr>
                <p14:cNvContentPartPr/>
                <p14:nvPr/>
              </p14:nvContentPartPr>
              <p14:xfrm>
                <a:off x="7403544" y="462456"/>
                <a:ext cx="194040" cy="103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AC34F2-E9BB-251A-016B-566142D20D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67544" y="426816"/>
                  <a:ext cx="265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923FDF9-1EAD-2E08-ADFB-290A233F0B65}"/>
                    </a:ext>
                  </a:extLst>
                </p14:cNvPr>
                <p14:cNvContentPartPr/>
                <p14:nvPr/>
              </p14:nvContentPartPr>
              <p14:xfrm>
                <a:off x="7731864" y="311976"/>
                <a:ext cx="21240" cy="282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923FDF9-1EAD-2E08-ADFB-290A233F0B6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96224" y="276336"/>
                  <a:ext cx="928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FCB77E-685B-C79E-8393-4B40A8F81326}"/>
                    </a:ext>
                  </a:extLst>
                </p14:cNvPr>
                <p14:cNvContentPartPr/>
                <p14:nvPr/>
              </p14:nvContentPartPr>
              <p14:xfrm>
                <a:off x="7868304" y="461736"/>
                <a:ext cx="145440" cy="142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FCB77E-685B-C79E-8393-4B40A8F8132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32664" y="426096"/>
                  <a:ext cx="217080" cy="21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7D5743C-A4E5-A0CB-0A80-1F4BAF1581CB}"/>
                  </a:ext>
                </a:extLst>
              </p14:cNvPr>
              <p14:cNvContentPartPr/>
              <p14:nvPr/>
            </p14:nvContentPartPr>
            <p14:xfrm>
              <a:off x="6905664" y="736056"/>
              <a:ext cx="1231560" cy="716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7D5743C-A4E5-A0CB-0A80-1F4BAF1581C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870024" y="700416"/>
                <a:ext cx="1303200" cy="14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C56B2-95B4-0A03-66A8-344D7C936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AEAE59-3104-D064-965A-BE57F4636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771124"/>
            <a:ext cx="11588496" cy="4964162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3BBD5F00-B7A3-05D0-2E3E-AFE5E197A49F}"/>
              </a:ext>
            </a:extLst>
          </p:cNvPr>
          <p:cNvGrpSpPr/>
          <p:nvPr/>
        </p:nvGrpSpPr>
        <p:grpSpPr>
          <a:xfrm>
            <a:off x="947304" y="3144096"/>
            <a:ext cx="1850040" cy="938160"/>
            <a:chOff x="947304" y="3144096"/>
            <a:chExt cx="1850040" cy="93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5952910-31D9-4C28-A602-90D03E1D983C}"/>
                    </a:ext>
                  </a:extLst>
                </p14:cNvPr>
                <p14:cNvContentPartPr/>
                <p14:nvPr/>
              </p14:nvContentPartPr>
              <p14:xfrm>
                <a:off x="947304" y="3538656"/>
                <a:ext cx="556920" cy="543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5952910-31D9-4C28-A602-90D03E1D983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11664" y="3503016"/>
                  <a:ext cx="62856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DF7A5EF-480D-E79F-EFB0-8BC2CFFB6A53}"/>
                    </a:ext>
                  </a:extLst>
                </p14:cNvPr>
                <p14:cNvContentPartPr/>
                <p14:nvPr/>
              </p14:nvContentPartPr>
              <p14:xfrm>
                <a:off x="1451304" y="3490056"/>
                <a:ext cx="144000" cy="84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DF7A5EF-480D-E79F-EFB0-8BC2CFFB6A5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15664" y="3454056"/>
                  <a:ext cx="2156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FA993E0-C283-77A7-713A-562F62EBB676}"/>
                    </a:ext>
                  </a:extLst>
                </p14:cNvPr>
                <p14:cNvContentPartPr/>
                <p14:nvPr/>
              </p14:nvContentPartPr>
              <p14:xfrm>
                <a:off x="1735704" y="3309336"/>
                <a:ext cx="381600" cy="119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FA993E0-C283-77A7-713A-562F62EBB67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99704" y="3273696"/>
                  <a:ext cx="4532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E6C278-8E82-3F93-3254-22352ECBE684}"/>
                    </a:ext>
                  </a:extLst>
                </p14:cNvPr>
                <p14:cNvContentPartPr/>
                <p14:nvPr/>
              </p14:nvContentPartPr>
              <p14:xfrm>
                <a:off x="2184984" y="3164976"/>
                <a:ext cx="185040" cy="271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E6C278-8E82-3F93-3254-22352ECBE68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49344" y="3129336"/>
                  <a:ext cx="2566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DBAA495-9531-29E6-6D15-D544F39ED739}"/>
                    </a:ext>
                  </a:extLst>
                </p14:cNvPr>
                <p14:cNvContentPartPr/>
                <p14:nvPr/>
              </p14:nvContentPartPr>
              <p14:xfrm>
                <a:off x="2397744" y="3311136"/>
                <a:ext cx="144360" cy="107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DBAA495-9531-29E6-6D15-D544F39ED73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61744" y="3275496"/>
                  <a:ext cx="216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4C35DD9-EB1C-8093-6D92-6C55937AE05B}"/>
                    </a:ext>
                  </a:extLst>
                </p14:cNvPr>
                <p14:cNvContentPartPr/>
                <p14:nvPr/>
              </p14:nvContentPartPr>
              <p14:xfrm>
                <a:off x="2589624" y="3317976"/>
                <a:ext cx="117000" cy="120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4C35DD9-EB1C-8093-6D92-6C55937AE05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53984" y="3281976"/>
                  <a:ext cx="1886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87E47BD-2D50-C5C8-470B-4562912D05F7}"/>
                    </a:ext>
                  </a:extLst>
                </p14:cNvPr>
                <p14:cNvContentPartPr/>
                <p14:nvPr/>
              </p14:nvContentPartPr>
              <p14:xfrm>
                <a:off x="2779344" y="3144096"/>
                <a:ext cx="18000" cy="329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87E47BD-2D50-C5C8-470B-4562912D05F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43344" y="3108096"/>
                  <a:ext cx="89640" cy="40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EFEBD1E-1557-B873-428A-713FE2BEF087}"/>
              </a:ext>
            </a:extLst>
          </p:cNvPr>
          <p:cNvGrpSpPr/>
          <p:nvPr/>
        </p:nvGrpSpPr>
        <p:grpSpPr>
          <a:xfrm>
            <a:off x="3056544" y="3039696"/>
            <a:ext cx="1704960" cy="1175400"/>
            <a:chOff x="3056544" y="3039696"/>
            <a:chExt cx="1704960" cy="117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8489CB4-9C22-392F-8709-3E42E538AD24}"/>
                    </a:ext>
                  </a:extLst>
                </p14:cNvPr>
                <p14:cNvContentPartPr/>
                <p14:nvPr/>
              </p14:nvContentPartPr>
              <p14:xfrm>
                <a:off x="3056544" y="3523536"/>
                <a:ext cx="426240" cy="69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8489CB4-9C22-392F-8709-3E42E538AD2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20904" y="3487896"/>
                  <a:ext cx="49788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29082F5-BC01-7F3A-164E-171A32C03B12}"/>
                    </a:ext>
                  </a:extLst>
                </p14:cNvPr>
                <p14:cNvContentPartPr/>
                <p14:nvPr/>
              </p14:nvContentPartPr>
              <p14:xfrm>
                <a:off x="3380184" y="3452616"/>
                <a:ext cx="200520" cy="99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29082F5-BC01-7F3A-164E-171A32C03B1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44544" y="3416976"/>
                  <a:ext cx="2721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53CCD3A-F009-E59B-E8B5-6ED1EF70F244}"/>
                    </a:ext>
                  </a:extLst>
                </p14:cNvPr>
                <p14:cNvContentPartPr/>
                <p14:nvPr/>
              </p14:nvContentPartPr>
              <p14:xfrm>
                <a:off x="3702384" y="3045456"/>
                <a:ext cx="176400" cy="282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53CCD3A-F009-E59B-E8B5-6ED1EF70F24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66384" y="3009456"/>
                  <a:ext cx="2480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6EADE7D-6D1B-8E30-1B4E-0270DE9DEEF2}"/>
                    </a:ext>
                  </a:extLst>
                </p14:cNvPr>
                <p14:cNvContentPartPr/>
                <p14:nvPr/>
              </p14:nvContentPartPr>
              <p14:xfrm>
                <a:off x="3905064" y="3175056"/>
                <a:ext cx="138960" cy="89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6EADE7D-6D1B-8E30-1B4E-0270DE9DEEF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69064" y="3139416"/>
                  <a:ext cx="2106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725B4E1-7078-84B2-16E8-6F681D68D291}"/>
                    </a:ext>
                  </a:extLst>
                </p14:cNvPr>
                <p14:cNvContentPartPr/>
                <p14:nvPr/>
              </p14:nvContentPartPr>
              <p14:xfrm>
                <a:off x="4082904" y="3188016"/>
                <a:ext cx="378360" cy="340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725B4E1-7078-84B2-16E8-6F681D68D29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47264" y="3152016"/>
                  <a:ext cx="4500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78F64E3-00E1-D1D2-D49C-C19F7065358A}"/>
                    </a:ext>
                  </a:extLst>
                </p14:cNvPr>
                <p14:cNvContentPartPr/>
                <p14:nvPr/>
              </p14:nvContentPartPr>
              <p14:xfrm>
                <a:off x="4382784" y="3039696"/>
                <a:ext cx="39960" cy="34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78F64E3-00E1-D1D2-D49C-C19F7065358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47144" y="3003696"/>
                  <a:ext cx="111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96DDC56-4BAE-9308-27EB-3CAF0060CEEC}"/>
                    </a:ext>
                  </a:extLst>
                </p14:cNvPr>
                <p14:cNvContentPartPr/>
                <p14:nvPr/>
              </p14:nvContentPartPr>
              <p14:xfrm>
                <a:off x="4496904" y="3146976"/>
                <a:ext cx="264600" cy="105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96DDC56-4BAE-9308-27EB-3CAF0060CEE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60904" y="3110976"/>
                  <a:ext cx="33624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05F4020-5660-A661-7958-726AB2ECBA4B}"/>
              </a:ext>
            </a:extLst>
          </p:cNvPr>
          <p:cNvGrpSpPr/>
          <p:nvPr/>
        </p:nvGrpSpPr>
        <p:grpSpPr>
          <a:xfrm>
            <a:off x="3839184" y="5089536"/>
            <a:ext cx="1228320" cy="444240"/>
            <a:chOff x="3839184" y="5089536"/>
            <a:chExt cx="1228320" cy="44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AB525E4-9661-6BC3-0454-39D72034776F}"/>
                    </a:ext>
                  </a:extLst>
                </p14:cNvPr>
                <p14:cNvContentPartPr/>
                <p14:nvPr/>
              </p14:nvContentPartPr>
              <p14:xfrm>
                <a:off x="3839184" y="5200416"/>
                <a:ext cx="206280" cy="153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AB525E4-9661-6BC3-0454-39D72034776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03544" y="5164416"/>
                  <a:ext cx="277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5931E9E-F88D-1008-E377-2E97C1DC5707}"/>
                    </a:ext>
                  </a:extLst>
                </p14:cNvPr>
                <p14:cNvContentPartPr/>
                <p14:nvPr/>
              </p14:nvContentPartPr>
              <p14:xfrm>
                <a:off x="4131144" y="5171976"/>
                <a:ext cx="199080" cy="278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5931E9E-F88D-1008-E377-2E97C1DC570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095504" y="5135976"/>
                  <a:ext cx="2707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C0FC527-EE34-97F2-43B2-B2C39F8C4B12}"/>
                    </a:ext>
                  </a:extLst>
                </p14:cNvPr>
                <p14:cNvContentPartPr/>
                <p14:nvPr/>
              </p14:nvContentPartPr>
              <p14:xfrm>
                <a:off x="4358664" y="5129496"/>
                <a:ext cx="176760" cy="181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C0FC527-EE34-97F2-43B2-B2C39F8C4B1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22664" y="5093856"/>
                  <a:ext cx="248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AF221C9-85A8-937F-2E96-94466394A785}"/>
                    </a:ext>
                  </a:extLst>
                </p14:cNvPr>
                <p14:cNvContentPartPr/>
                <p14:nvPr/>
              </p14:nvContentPartPr>
              <p14:xfrm>
                <a:off x="4642704" y="5181336"/>
                <a:ext cx="12240" cy="110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AF221C9-85A8-937F-2E96-94466394A78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607064" y="5145696"/>
                  <a:ext cx="83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32708CC-8419-7B6B-A2B9-18FD6A6E51D6}"/>
                    </a:ext>
                  </a:extLst>
                </p14:cNvPr>
                <p14:cNvContentPartPr/>
                <p14:nvPr/>
              </p14:nvContentPartPr>
              <p14:xfrm>
                <a:off x="4629384" y="5089536"/>
                <a:ext cx="33480" cy="35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32708CC-8419-7B6B-A2B9-18FD6A6E51D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93384" y="5053536"/>
                  <a:ext cx="105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4A88433-9CF3-BD92-D984-57A80CA788F3}"/>
                    </a:ext>
                  </a:extLst>
                </p14:cNvPr>
                <p14:cNvContentPartPr/>
                <p14:nvPr/>
              </p14:nvContentPartPr>
              <p14:xfrm>
                <a:off x="4754664" y="5160816"/>
                <a:ext cx="120600" cy="136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4A88433-9CF3-BD92-D984-57A80CA788F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18664" y="5125176"/>
                  <a:ext cx="1922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D8F0034-11CE-1B33-3D96-10FCF07E6F6F}"/>
                    </a:ext>
                  </a:extLst>
                </p14:cNvPr>
                <p14:cNvContentPartPr/>
                <p14:nvPr/>
              </p14:nvContentPartPr>
              <p14:xfrm>
                <a:off x="4905144" y="5169816"/>
                <a:ext cx="162360" cy="363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D8F0034-11CE-1B33-3D96-10FCF07E6F6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69504" y="5134176"/>
                  <a:ext cx="234000" cy="43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8674175-43CB-0AD9-95B7-85209151E903}"/>
              </a:ext>
            </a:extLst>
          </p:cNvPr>
          <p:cNvGrpSpPr/>
          <p:nvPr/>
        </p:nvGrpSpPr>
        <p:grpSpPr>
          <a:xfrm>
            <a:off x="7278624" y="4476456"/>
            <a:ext cx="1755360" cy="982800"/>
            <a:chOff x="7278624" y="4476456"/>
            <a:chExt cx="1755360" cy="9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B588395-5E5D-C55E-7785-FC6537E874A2}"/>
                    </a:ext>
                  </a:extLst>
                </p14:cNvPr>
                <p14:cNvContentPartPr/>
                <p14:nvPr/>
              </p14:nvContentPartPr>
              <p14:xfrm>
                <a:off x="7278624" y="4608936"/>
                <a:ext cx="153720" cy="150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B588395-5E5D-C55E-7785-FC6537E874A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42984" y="4573296"/>
                  <a:ext cx="2253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A0111D7-96F1-8DB1-2E8F-E110C5BFB299}"/>
                    </a:ext>
                  </a:extLst>
                </p14:cNvPr>
                <p14:cNvContentPartPr/>
                <p14:nvPr/>
              </p14:nvContentPartPr>
              <p14:xfrm>
                <a:off x="7469424" y="4631976"/>
                <a:ext cx="203760" cy="167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A0111D7-96F1-8DB1-2E8F-E110C5BFB29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33784" y="4596336"/>
                  <a:ext cx="2754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B4B9ACC-9C49-18F1-1724-5F7D349C0F95}"/>
                    </a:ext>
                  </a:extLst>
                </p14:cNvPr>
                <p14:cNvContentPartPr/>
                <p14:nvPr/>
              </p14:nvContentPartPr>
              <p14:xfrm>
                <a:off x="7729344" y="4628376"/>
                <a:ext cx="124920" cy="191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B4B9ACC-9C49-18F1-1724-5F7D349C0F9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693344" y="4592736"/>
                  <a:ext cx="1965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297437-72C1-92B0-2537-0EE9434CD282}"/>
                    </a:ext>
                  </a:extLst>
                </p14:cNvPr>
                <p14:cNvContentPartPr/>
                <p14:nvPr/>
              </p14:nvContentPartPr>
              <p14:xfrm>
                <a:off x="7844184" y="4668696"/>
                <a:ext cx="95400" cy="74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297437-72C1-92B0-2537-0EE9434CD28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808544" y="4632696"/>
                  <a:ext cx="167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D18653A-549A-5EFE-A787-C3FBA5F81FC1}"/>
                    </a:ext>
                  </a:extLst>
                </p14:cNvPr>
                <p14:cNvContentPartPr/>
                <p14:nvPr/>
              </p14:nvContentPartPr>
              <p14:xfrm>
                <a:off x="7918704" y="4476456"/>
                <a:ext cx="200880" cy="291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D18653A-549A-5EFE-A787-C3FBA5F81FC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82704" y="4440816"/>
                  <a:ext cx="2725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2AEA411-4A62-85D3-7D01-E8360408DC76}"/>
                    </a:ext>
                  </a:extLst>
                </p14:cNvPr>
                <p14:cNvContentPartPr/>
                <p14:nvPr/>
              </p14:nvContentPartPr>
              <p14:xfrm>
                <a:off x="7814664" y="5078376"/>
                <a:ext cx="426240" cy="134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2AEA411-4A62-85D3-7D01-E8360408DC7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779024" y="5042736"/>
                  <a:ext cx="497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5E4C997-BE48-2422-EAFC-B264308B14A4}"/>
                    </a:ext>
                  </a:extLst>
                </p14:cNvPr>
                <p14:cNvContentPartPr/>
                <p14:nvPr/>
              </p14:nvContentPartPr>
              <p14:xfrm>
                <a:off x="8163144" y="5021856"/>
                <a:ext cx="144000" cy="149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5E4C997-BE48-2422-EAFC-B264308B14A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27144" y="4985856"/>
                  <a:ext cx="215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5C298AF-AEDD-203D-1C73-175302EE52E0}"/>
                    </a:ext>
                  </a:extLst>
                </p14:cNvPr>
                <p14:cNvContentPartPr/>
                <p14:nvPr/>
              </p14:nvContentPartPr>
              <p14:xfrm>
                <a:off x="7674984" y="5267736"/>
                <a:ext cx="562320" cy="191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5C298AF-AEDD-203D-1C73-175302EE52E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38984" y="5231736"/>
                  <a:ext cx="6339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72773FD-47F0-9593-40E6-4280CF645D72}"/>
                    </a:ext>
                  </a:extLst>
                </p14:cNvPr>
                <p14:cNvContentPartPr/>
                <p14:nvPr/>
              </p14:nvContentPartPr>
              <p14:xfrm>
                <a:off x="8157744" y="5207616"/>
                <a:ext cx="112680" cy="140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72773FD-47F0-9593-40E6-4280CF645D7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122104" y="5171976"/>
                  <a:ext cx="1843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D61D3A1-366B-62C6-AB22-7F08A7E25D8F}"/>
                    </a:ext>
                  </a:extLst>
                </p14:cNvPr>
                <p14:cNvContentPartPr/>
                <p14:nvPr/>
              </p14:nvContentPartPr>
              <p14:xfrm>
                <a:off x="7482384" y="4965336"/>
                <a:ext cx="695520" cy="318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D61D3A1-366B-62C6-AB22-7F08A7E25D8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446384" y="4929696"/>
                  <a:ext cx="7671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4D94E30-1DDB-50F2-5A33-26776C75C0B9}"/>
                    </a:ext>
                  </a:extLst>
                </p14:cNvPr>
                <p14:cNvContentPartPr/>
                <p14:nvPr/>
              </p14:nvContentPartPr>
              <p14:xfrm>
                <a:off x="8075664" y="4889376"/>
                <a:ext cx="146520" cy="213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4D94E30-1DDB-50F2-5A33-26776C75C0B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40024" y="4853376"/>
                  <a:ext cx="2181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A49E91C-A059-542B-F636-E98AE68F0B1C}"/>
                    </a:ext>
                  </a:extLst>
                </p14:cNvPr>
                <p14:cNvContentPartPr/>
                <p14:nvPr/>
              </p14:nvContentPartPr>
              <p14:xfrm>
                <a:off x="8439984" y="5065776"/>
                <a:ext cx="180720" cy="210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A49E91C-A059-542B-F636-E98AE68F0B1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403984" y="5030136"/>
                  <a:ext cx="2523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50A9FE0-71C3-CFF6-551C-23928C78CADC}"/>
                    </a:ext>
                  </a:extLst>
                </p14:cNvPr>
                <p14:cNvContentPartPr/>
                <p14:nvPr/>
              </p14:nvContentPartPr>
              <p14:xfrm>
                <a:off x="8668584" y="5195376"/>
                <a:ext cx="84240" cy="99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50A9FE0-71C3-CFF6-551C-23928C78CAD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632944" y="5159376"/>
                  <a:ext cx="155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7CDBB2C-E721-CC67-BA9A-A20CBA5B3D9B}"/>
                    </a:ext>
                  </a:extLst>
                </p14:cNvPr>
                <p14:cNvContentPartPr/>
                <p14:nvPr/>
              </p14:nvContentPartPr>
              <p14:xfrm>
                <a:off x="8775864" y="5118696"/>
                <a:ext cx="47160" cy="191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7CDBB2C-E721-CC67-BA9A-A20CBA5B3D9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39864" y="5083056"/>
                  <a:ext cx="1188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A25BD5D-A812-126C-B5D5-6A1CFF127B64}"/>
                    </a:ext>
                  </a:extLst>
                </p14:cNvPr>
                <p14:cNvContentPartPr/>
                <p14:nvPr/>
              </p14:nvContentPartPr>
              <p14:xfrm>
                <a:off x="8897904" y="5126256"/>
                <a:ext cx="136080" cy="221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A25BD5D-A812-126C-B5D5-6A1CFF127B6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861904" y="5090616"/>
                  <a:ext cx="2077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7EC75A-3FD1-364E-3582-E67385F8716C}"/>
                    </a:ext>
                  </a:extLst>
                </p14:cNvPr>
                <p14:cNvContentPartPr/>
                <p14:nvPr/>
              </p14:nvContentPartPr>
              <p14:xfrm>
                <a:off x="8895384" y="5206176"/>
                <a:ext cx="121680" cy="46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7EC75A-3FD1-364E-3582-E67385F8716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859744" y="5170536"/>
                  <a:ext cx="19332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8C71E49-C38D-7A96-76FC-705EDEBDFE57}"/>
              </a:ext>
            </a:extLst>
          </p:cNvPr>
          <p:cNvGrpSpPr/>
          <p:nvPr/>
        </p:nvGrpSpPr>
        <p:grpSpPr>
          <a:xfrm>
            <a:off x="6177384" y="5472936"/>
            <a:ext cx="1105200" cy="548280"/>
            <a:chOff x="6177384" y="5472936"/>
            <a:chExt cx="1105200" cy="54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90C6DC1-DF0A-1C13-1000-1EB23C910C37}"/>
                    </a:ext>
                  </a:extLst>
                </p14:cNvPr>
                <p14:cNvContentPartPr/>
                <p14:nvPr/>
              </p14:nvContentPartPr>
              <p14:xfrm>
                <a:off x="6862104" y="5498496"/>
                <a:ext cx="313560" cy="82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90C6DC1-DF0A-1C13-1000-1EB23C910C3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26464" y="5462496"/>
                  <a:ext cx="385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47A90C8-EC69-DDE8-04FF-EC8BC48ACE36}"/>
                    </a:ext>
                  </a:extLst>
                </p14:cNvPr>
                <p14:cNvContentPartPr/>
                <p14:nvPr/>
              </p14:nvContentPartPr>
              <p14:xfrm>
                <a:off x="6742224" y="5472936"/>
                <a:ext cx="215280" cy="149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47A90C8-EC69-DDE8-04FF-EC8BC48ACE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06584" y="5436936"/>
                  <a:ext cx="286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90A1E4A-4331-B377-241E-E17453CBE8AE}"/>
                    </a:ext>
                  </a:extLst>
                </p14:cNvPr>
                <p14:cNvContentPartPr/>
                <p14:nvPr/>
              </p14:nvContentPartPr>
              <p14:xfrm>
                <a:off x="6177384" y="5488056"/>
                <a:ext cx="163440" cy="268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90A1E4A-4331-B377-241E-E17453CBE8A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141744" y="5452056"/>
                  <a:ext cx="2350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65D5042-696A-94E4-6CCF-31958D0F6F0D}"/>
                    </a:ext>
                  </a:extLst>
                </p14:cNvPr>
                <p14:cNvContentPartPr/>
                <p14:nvPr/>
              </p14:nvContentPartPr>
              <p14:xfrm>
                <a:off x="6345864" y="5658696"/>
                <a:ext cx="101160" cy="142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65D5042-696A-94E4-6CCF-31958D0F6F0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310224" y="5622696"/>
                  <a:ext cx="1728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D83EEA4-B95A-2CA7-4B86-D41935AC0965}"/>
                    </a:ext>
                  </a:extLst>
                </p14:cNvPr>
                <p14:cNvContentPartPr/>
                <p14:nvPr/>
              </p14:nvContentPartPr>
              <p14:xfrm>
                <a:off x="6459984" y="5685336"/>
                <a:ext cx="149040" cy="121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D83EEA4-B95A-2CA7-4B86-D41935AC096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423984" y="5649336"/>
                  <a:ext cx="220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4693B72-C919-F52F-9C00-0F4F5543474D}"/>
                    </a:ext>
                  </a:extLst>
                </p14:cNvPr>
                <p14:cNvContentPartPr/>
                <p14:nvPr/>
              </p14:nvContentPartPr>
              <p14:xfrm>
                <a:off x="6663744" y="5693256"/>
                <a:ext cx="141840" cy="107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4693B72-C919-F52F-9C00-0F4F5543474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628104" y="5657616"/>
                  <a:ext cx="2134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BF61F4-75DF-1E25-5FFB-069D0EBCB8E2}"/>
                    </a:ext>
                  </a:extLst>
                </p14:cNvPr>
                <p14:cNvContentPartPr/>
                <p14:nvPr/>
              </p14:nvContentPartPr>
              <p14:xfrm>
                <a:off x="6897744" y="5732856"/>
                <a:ext cx="14040" cy="802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BF61F4-75DF-1E25-5FFB-069D0EBCB8E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862104" y="5696856"/>
                  <a:ext cx="85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9FD6E0D-DC09-6E1F-7A9A-E474238E54B2}"/>
                    </a:ext>
                  </a:extLst>
                </p14:cNvPr>
                <p14:cNvContentPartPr/>
                <p14:nvPr/>
              </p14:nvContentPartPr>
              <p14:xfrm>
                <a:off x="6895944" y="5655096"/>
                <a:ext cx="28080" cy="25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9FD6E0D-DC09-6E1F-7A9A-E474238E54B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859944" y="5619456"/>
                  <a:ext cx="997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0D0B29F-1BBB-78EF-1336-E07BE20E1280}"/>
                    </a:ext>
                  </a:extLst>
                </p14:cNvPr>
                <p14:cNvContentPartPr/>
                <p14:nvPr/>
              </p14:nvContentPartPr>
              <p14:xfrm>
                <a:off x="7018344" y="5728536"/>
                <a:ext cx="142560" cy="93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0D0B29F-1BBB-78EF-1336-E07BE20E128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82344" y="5692536"/>
                  <a:ext cx="214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6AD4F63-71B8-BC44-3297-E8FD5CB0C446}"/>
                    </a:ext>
                  </a:extLst>
                </p14:cNvPr>
                <p14:cNvContentPartPr/>
                <p14:nvPr/>
              </p14:nvContentPartPr>
              <p14:xfrm>
                <a:off x="7121304" y="5749776"/>
                <a:ext cx="161280" cy="271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6AD4F63-71B8-BC44-3297-E8FD5CB0C44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085664" y="5713776"/>
                  <a:ext cx="232920" cy="34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2C9E4CE-2D1A-FCF7-EB80-66FF80878262}"/>
              </a:ext>
            </a:extLst>
          </p:cNvPr>
          <p:cNvGrpSpPr/>
          <p:nvPr/>
        </p:nvGrpSpPr>
        <p:grpSpPr>
          <a:xfrm>
            <a:off x="1885824" y="4766976"/>
            <a:ext cx="1876320" cy="511560"/>
            <a:chOff x="1885824" y="4766976"/>
            <a:chExt cx="187632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2D6AEDC-78B4-6868-ECB0-2360A1F3934C}"/>
                    </a:ext>
                  </a:extLst>
                </p14:cNvPr>
                <p14:cNvContentPartPr/>
                <p14:nvPr/>
              </p14:nvContentPartPr>
              <p14:xfrm>
                <a:off x="1885824" y="5114376"/>
                <a:ext cx="569160" cy="164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2D6AEDC-78B4-6868-ECB0-2360A1F3934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850184" y="5078736"/>
                  <a:ext cx="640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DD12BF9-BD48-2B42-696B-F6604AC65742}"/>
                    </a:ext>
                  </a:extLst>
                </p14:cNvPr>
                <p14:cNvContentPartPr/>
                <p14:nvPr/>
              </p14:nvContentPartPr>
              <p14:xfrm>
                <a:off x="2347704" y="5039496"/>
                <a:ext cx="182520" cy="176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DD12BF9-BD48-2B42-696B-F6604AC6574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311704" y="5003496"/>
                  <a:ext cx="2541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5C5823A-F7D4-3D8A-2D35-D2988FE5922D}"/>
                    </a:ext>
                  </a:extLst>
                </p14:cNvPr>
                <p14:cNvContentPartPr/>
                <p14:nvPr/>
              </p14:nvContentPartPr>
              <p14:xfrm>
                <a:off x="2554344" y="4907736"/>
                <a:ext cx="189720" cy="257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5C5823A-F7D4-3D8A-2D35-D2988FE5922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518704" y="4871736"/>
                  <a:ext cx="2613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B05C644-833A-189B-F277-A5EDB5C16029}"/>
                    </a:ext>
                  </a:extLst>
                </p14:cNvPr>
                <p14:cNvContentPartPr/>
                <p14:nvPr/>
              </p14:nvContentPartPr>
              <p14:xfrm>
                <a:off x="2834784" y="5024736"/>
                <a:ext cx="123840" cy="124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B05C644-833A-189B-F277-A5EDB5C1602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799144" y="4989096"/>
                  <a:ext cx="1954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3638330-CAED-8426-EB6F-558FEABC6D65}"/>
                    </a:ext>
                  </a:extLst>
                </p14:cNvPr>
                <p14:cNvContentPartPr/>
                <p14:nvPr/>
              </p14:nvContentPartPr>
              <p14:xfrm>
                <a:off x="2968704" y="4977576"/>
                <a:ext cx="165960" cy="110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3638330-CAED-8426-EB6F-558FEABC6D6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932704" y="4941576"/>
                  <a:ext cx="237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D7EF996-16D5-20F8-80B8-AA6FAFB3B29F}"/>
                    </a:ext>
                  </a:extLst>
                </p14:cNvPr>
                <p14:cNvContentPartPr/>
                <p14:nvPr/>
              </p14:nvContentPartPr>
              <p14:xfrm>
                <a:off x="3149424" y="4904136"/>
                <a:ext cx="114480" cy="119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D7EF996-16D5-20F8-80B8-AA6FAFB3B29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113424" y="4868496"/>
                  <a:ext cx="1861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CE21838-CC33-2E07-5265-1165E46D3F8F}"/>
                    </a:ext>
                  </a:extLst>
                </p14:cNvPr>
                <p14:cNvContentPartPr/>
                <p14:nvPr/>
              </p14:nvContentPartPr>
              <p14:xfrm>
                <a:off x="3343464" y="4848696"/>
                <a:ext cx="31680" cy="94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CE21838-CC33-2E07-5265-1165E46D3F8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307824" y="4812696"/>
                  <a:ext cx="103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34CE82A-69ED-AAD6-00DB-246BB6C90213}"/>
                    </a:ext>
                  </a:extLst>
                </p14:cNvPr>
                <p14:cNvContentPartPr/>
                <p14:nvPr/>
              </p14:nvContentPartPr>
              <p14:xfrm>
                <a:off x="3286224" y="4791096"/>
                <a:ext cx="28080" cy="24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34CE82A-69ED-AAD6-00DB-246BB6C9021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250224" y="4755456"/>
                  <a:ext cx="99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33514CB-D6B8-913C-99FA-9B4739A6512E}"/>
                    </a:ext>
                  </a:extLst>
                </p14:cNvPr>
                <p14:cNvContentPartPr/>
                <p14:nvPr/>
              </p14:nvContentPartPr>
              <p14:xfrm>
                <a:off x="3396744" y="4842576"/>
                <a:ext cx="156960" cy="85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33514CB-D6B8-913C-99FA-9B4739A6512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360744" y="4806936"/>
                  <a:ext cx="2286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A5A514-DA47-633A-F6C4-93CD646E004E}"/>
                    </a:ext>
                  </a:extLst>
                </p14:cNvPr>
                <p14:cNvContentPartPr/>
                <p14:nvPr/>
              </p14:nvContentPartPr>
              <p14:xfrm>
                <a:off x="3613824" y="4766976"/>
                <a:ext cx="148320" cy="232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A5A514-DA47-633A-F6C4-93CD646E004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578184" y="4730976"/>
                  <a:ext cx="219960" cy="30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14327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1331</TotalTime>
  <Words>16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207</cp:revision>
  <dcterms:created xsi:type="dcterms:W3CDTF">2025-09-22T02:44:38Z</dcterms:created>
  <dcterms:modified xsi:type="dcterms:W3CDTF">2026-07-13T18:18:38Z</dcterms:modified>
</cp:coreProperties>
</file>