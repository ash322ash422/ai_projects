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6" r:id="rId3"/>
    <p:sldId id="277" r:id="rId4"/>
    <p:sldId id="278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973B46-21BD-AD74-2A13-00A153FBE320}"/>
              </a:ext>
            </a:extLst>
          </p:cNvPr>
          <p:cNvSpPr/>
          <p:nvPr/>
        </p:nvSpPr>
        <p:spPr>
          <a:xfrm>
            <a:off x="1029462" y="1245870"/>
            <a:ext cx="3176778" cy="649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PDF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– Azure BLOB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EBDD308-6227-9AAA-1383-9F227FE0E41E}"/>
              </a:ext>
            </a:extLst>
          </p:cNvPr>
          <p:cNvSpPr/>
          <p:nvPr/>
        </p:nvSpPr>
        <p:spPr>
          <a:xfrm>
            <a:off x="2002536" y="2157984"/>
            <a:ext cx="310896" cy="4389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A51E-1C16-7AA2-2739-8584517BF37C}"/>
              </a:ext>
            </a:extLst>
          </p:cNvPr>
          <p:cNvSpPr/>
          <p:nvPr/>
        </p:nvSpPr>
        <p:spPr>
          <a:xfrm>
            <a:off x="560070" y="2583180"/>
            <a:ext cx="3506724" cy="649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if PDF is digital or scanned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F2697-355F-FDE9-06DE-ABA46C7ABE9E}"/>
              </a:ext>
            </a:extLst>
          </p:cNvPr>
          <p:cNvSpPr/>
          <p:nvPr/>
        </p:nvSpPr>
        <p:spPr>
          <a:xfrm>
            <a:off x="2313432" y="3950208"/>
            <a:ext cx="5248656" cy="2093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Text from 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is better than </a:t>
            </a:r>
            <a:r>
              <a:rPr lang="en-US" dirty="0" err="1"/>
              <a:t>PDFPlumber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 version return only 2 page -&gt; use Paid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text in Cache – Saves Token cost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7C81F-523A-63EF-B4C9-49F7E777A098}"/>
              </a:ext>
            </a:extLst>
          </p:cNvPr>
          <p:cNvSpPr txBox="1"/>
          <p:nvPr/>
        </p:nvSpPr>
        <p:spPr>
          <a:xfrm>
            <a:off x="3786192" y="3397996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Digital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680F77-83E7-4CBC-4FFB-87164ED5B9C6}"/>
              </a:ext>
            </a:extLst>
          </p:cNvPr>
          <p:cNvSpPr/>
          <p:nvPr/>
        </p:nvSpPr>
        <p:spPr>
          <a:xfrm>
            <a:off x="50868" y="3985784"/>
            <a:ext cx="1732788" cy="932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TODO</a:t>
            </a:r>
          </a:p>
          <a:p>
            <a:pPr algn="ctr"/>
            <a:r>
              <a:rPr lang="en-US" dirty="0"/>
              <a:t>(Run OCR to Extract Text)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E8EC5120-F09C-9527-40FB-9EFA79573CB7}"/>
              </a:ext>
            </a:extLst>
          </p:cNvPr>
          <p:cNvSpPr/>
          <p:nvPr/>
        </p:nvSpPr>
        <p:spPr>
          <a:xfrm>
            <a:off x="596460" y="3330202"/>
            <a:ext cx="641604" cy="557784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8BE7A9-754A-42AB-9DFA-C5E89AB8FB25}"/>
              </a:ext>
            </a:extLst>
          </p:cNvPr>
          <p:cNvSpPr txBox="1"/>
          <p:nvPr/>
        </p:nvSpPr>
        <p:spPr>
          <a:xfrm>
            <a:off x="1161288" y="3447288"/>
            <a:ext cx="9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Scanned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5E2603-441A-1553-2AF7-E2C48F5818F3}"/>
              </a:ext>
            </a:extLst>
          </p:cNvPr>
          <p:cNvSpPr/>
          <p:nvPr/>
        </p:nvSpPr>
        <p:spPr>
          <a:xfrm>
            <a:off x="6962394" y="1110996"/>
            <a:ext cx="5170932" cy="2093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Key Data from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2 pages at time to LLM and extract key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Merge the all the key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extract in JSON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9519F4-23E8-CCE4-BC31-1EBFC4606174}"/>
              </a:ext>
            </a:extLst>
          </p:cNvPr>
          <p:cNvSpPr/>
          <p:nvPr/>
        </p:nvSpPr>
        <p:spPr>
          <a:xfrm>
            <a:off x="7677912" y="4197096"/>
            <a:ext cx="4364736" cy="125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 validation on date and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extract in JSON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B05FD5F3-A2A0-0BB8-73F1-EB2CD373B079}"/>
              </a:ext>
            </a:extLst>
          </p:cNvPr>
          <p:cNvSpPr/>
          <p:nvPr/>
        </p:nvSpPr>
        <p:spPr>
          <a:xfrm>
            <a:off x="9547860" y="3419856"/>
            <a:ext cx="641604" cy="7315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4E56243-D9E1-BD5B-95D0-64E163FDF29D}"/>
              </a:ext>
            </a:extLst>
          </p:cNvPr>
          <p:cNvSpPr/>
          <p:nvPr/>
        </p:nvSpPr>
        <p:spPr>
          <a:xfrm>
            <a:off x="9596628" y="5678424"/>
            <a:ext cx="641604" cy="7315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C023F59-979C-DC0F-1217-AC062F9DE32C}"/>
              </a:ext>
            </a:extLst>
          </p:cNvPr>
          <p:cNvSpPr/>
          <p:nvPr/>
        </p:nvSpPr>
        <p:spPr>
          <a:xfrm>
            <a:off x="3168396" y="3232404"/>
            <a:ext cx="641604" cy="7315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Bent 39">
            <a:extLst>
              <a:ext uri="{FF2B5EF4-FFF2-40B4-BE49-F238E27FC236}">
                <a16:creationId xmlns:a16="http://schemas.microsoft.com/office/drawing/2014/main" id="{57390E41-7122-E614-F3C2-744396679270}"/>
              </a:ext>
            </a:extLst>
          </p:cNvPr>
          <p:cNvSpPr/>
          <p:nvPr/>
        </p:nvSpPr>
        <p:spPr>
          <a:xfrm>
            <a:off x="5509260" y="2039112"/>
            <a:ext cx="1406466" cy="1741932"/>
          </a:xfrm>
          <a:prstGeom prst="ben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CBB6-E182-D278-5D20-62C45A2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CDF314-A476-7D54-28C2-9301BEF3AE5E}"/>
              </a:ext>
            </a:extLst>
          </p:cNvPr>
          <p:cNvSpPr/>
          <p:nvPr/>
        </p:nvSpPr>
        <p:spPr>
          <a:xfrm>
            <a:off x="228600" y="1325880"/>
            <a:ext cx="5925312" cy="125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the validated file in excel in 2 format:</a:t>
            </a:r>
          </a:p>
          <a:p>
            <a:pPr marL="342900" indent="-342900">
              <a:buAutoNum type="arabicParenR"/>
            </a:pPr>
            <a:r>
              <a:rPr lang="en-US" dirty="0"/>
              <a:t>Auditable excel file that contains validated + clean data</a:t>
            </a:r>
          </a:p>
          <a:p>
            <a:pPr marL="342900" indent="-342900">
              <a:buAutoNum type="arabicParenR"/>
            </a:pPr>
            <a:r>
              <a:rPr lang="en-US" dirty="0"/>
              <a:t>Clean file that contains just the clean data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93622A80-3F84-F53B-1B3E-18ADD3E2DC5B}"/>
              </a:ext>
            </a:extLst>
          </p:cNvPr>
          <p:cNvSpPr/>
          <p:nvPr/>
        </p:nvSpPr>
        <p:spPr>
          <a:xfrm>
            <a:off x="2394204" y="201168"/>
            <a:ext cx="641604" cy="99669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AD93F3-2B0C-6275-98C7-369C05FC593B}"/>
              </a:ext>
            </a:extLst>
          </p:cNvPr>
          <p:cNvSpPr/>
          <p:nvPr/>
        </p:nvSpPr>
        <p:spPr>
          <a:xfrm>
            <a:off x="228600" y="3706369"/>
            <a:ext cx="5386578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Upload the clean excel file to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Move the original PDF to different container 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DDC24AC-D40A-0FBD-0855-10964B9508EE}"/>
              </a:ext>
            </a:extLst>
          </p:cNvPr>
          <p:cNvSpPr/>
          <p:nvPr/>
        </p:nvSpPr>
        <p:spPr>
          <a:xfrm>
            <a:off x="2519172" y="2694432"/>
            <a:ext cx="641604" cy="86868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BE8B2-89FC-23F6-1DE6-5E05BD94057B}"/>
              </a:ext>
            </a:extLst>
          </p:cNvPr>
          <p:cNvSpPr/>
          <p:nvPr/>
        </p:nvSpPr>
        <p:spPr>
          <a:xfrm>
            <a:off x="141732" y="5035296"/>
            <a:ext cx="5788152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Generate a downloadable URL link – valid for </a:t>
            </a:r>
            <a:r>
              <a:rPr lang="en-US"/>
              <a:t>24 hours</a:t>
            </a:r>
            <a:endParaRPr lang="en-US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341F5E8-2C50-DD1C-9FC9-8D0590AA42A9}"/>
              </a:ext>
            </a:extLst>
          </p:cNvPr>
          <p:cNvSpPr/>
          <p:nvPr/>
        </p:nvSpPr>
        <p:spPr>
          <a:xfrm>
            <a:off x="2519172" y="4396741"/>
            <a:ext cx="641604" cy="6111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9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72E8-7024-99ED-790A-5C4945EA9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68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2864</TotalTime>
  <Words>145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250</cp:revision>
  <dcterms:created xsi:type="dcterms:W3CDTF">2025-09-22T02:44:38Z</dcterms:created>
  <dcterms:modified xsi:type="dcterms:W3CDTF">2026-08-06T19:02:15Z</dcterms:modified>
</cp:coreProperties>
</file>